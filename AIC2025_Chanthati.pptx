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9" r:id="rId3"/>
    <p:sldId id="290" r:id="rId4"/>
    <p:sldId id="259" r:id="rId5"/>
    <p:sldId id="260" r:id="rId6"/>
    <p:sldId id="261" r:id="rId7"/>
    <p:sldId id="279" r:id="rId8"/>
    <p:sldId id="278" r:id="rId9"/>
    <p:sldId id="262" r:id="rId10"/>
    <p:sldId id="268" r:id="rId11"/>
    <p:sldId id="269" r:id="rId12"/>
    <p:sldId id="272" r:id="rId13"/>
    <p:sldId id="273" r:id="rId14"/>
    <p:sldId id="263" r:id="rId15"/>
    <p:sldId id="264" r:id="rId16"/>
    <p:sldId id="265" r:id="rId17"/>
    <p:sldId id="266" r:id="rId18"/>
    <p:sldId id="274" r:id="rId19"/>
    <p:sldId id="276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67" r:id="rId29"/>
  </p:sldIdLst>
  <p:sldSz cx="9144000" cy="6858000" type="screen4x3"/>
  <p:notesSz cx="6985000" cy="9283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DE667-A40F-4C52-9D9F-7E3CC4130CCE}" v="18" dt="2026-06-05T19:59:45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ibhushan Chanthati" userId="b483317d51d3cb65" providerId="LiveId" clId="{9F70B023-3F7E-4767-AA40-8721E98351B9}"/>
    <pc:docChg chg="undo custSel addSld delSld modSld">
      <pc:chgData name="Sasibhushan Chanthati" userId="b483317d51d3cb65" providerId="LiveId" clId="{9F70B023-3F7E-4767-AA40-8721E98351B9}" dt="2026-06-05T20:04:03.001" v="449" actId="1076"/>
      <pc:docMkLst>
        <pc:docMk/>
      </pc:docMkLst>
      <pc:sldChg chg="modSp mod">
        <pc:chgData name="Sasibhushan Chanthati" userId="b483317d51d3cb65" providerId="LiveId" clId="{9F70B023-3F7E-4767-AA40-8721E98351B9}" dt="2026-06-05T20:00:46.733" v="403" actId="113"/>
        <pc:sldMkLst>
          <pc:docMk/>
          <pc:sldMk cId="0" sldId="256"/>
        </pc:sldMkLst>
        <pc:spChg chg="mod">
          <ac:chgData name="Sasibhushan Chanthati" userId="b483317d51d3cb65" providerId="LiveId" clId="{9F70B023-3F7E-4767-AA40-8721E98351B9}" dt="2026-06-05T20:00:46.733" v="403" actId="113"/>
          <ac:spMkLst>
            <pc:docMk/>
            <pc:sldMk cId="0" sldId="256"/>
            <ac:spMk id="4" creationId="{FD8100A2-93AD-3FDD-312B-400E8EE72E71}"/>
          </ac:spMkLst>
        </pc:spChg>
      </pc:sldChg>
      <pc:sldChg chg="modSp del mod">
        <pc:chgData name="Sasibhushan Chanthati" userId="b483317d51d3cb65" providerId="LiveId" clId="{9F70B023-3F7E-4767-AA40-8721E98351B9}" dt="2026-06-05T19:57:06.469" v="327" actId="47"/>
        <pc:sldMkLst>
          <pc:docMk/>
          <pc:sldMk cId="0" sldId="258"/>
        </pc:sldMkLst>
        <pc:spChg chg="mod">
          <ac:chgData name="Sasibhushan Chanthati" userId="b483317d51d3cb65" providerId="LiveId" clId="{9F70B023-3F7E-4767-AA40-8721E98351B9}" dt="2026-06-05T19:54:23.164" v="294" actId="21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Sasibhushan Chanthati" userId="b483317d51d3cb65" providerId="LiveId" clId="{9F70B023-3F7E-4767-AA40-8721E98351B9}" dt="2026-06-05T20:01:41.382" v="447" actId="113"/>
        <pc:sldMkLst>
          <pc:docMk/>
          <pc:sldMk cId="0" sldId="267"/>
        </pc:sldMkLst>
        <pc:spChg chg="mod">
          <ac:chgData name="Sasibhushan Chanthati" userId="b483317d51d3cb65" providerId="LiveId" clId="{9F70B023-3F7E-4767-AA40-8721E98351B9}" dt="2026-06-05T20:01:41.382" v="447" actId="113"/>
          <ac:spMkLst>
            <pc:docMk/>
            <pc:sldMk cId="0" sldId="267"/>
            <ac:spMk id="2" creationId="{00000000-0000-0000-0000-000000000000}"/>
          </ac:spMkLst>
        </pc:spChg>
        <pc:graphicFrameChg chg="modGraphic">
          <ac:chgData name="Sasibhushan Chanthati" userId="b483317d51d3cb65" providerId="LiveId" clId="{9F70B023-3F7E-4767-AA40-8721E98351B9}" dt="2026-06-05T20:00:05.621" v="401" actId="20577"/>
          <ac:graphicFrameMkLst>
            <pc:docMk/>
            <pc:sldMk cId="0" sldId="267"/>
            <ac:graphicFrameMk id="5" creationId="{11F7706C-292B-B0A3-CF3D-6CF0EAB18C20}"/>
          </ac:graphicFrameMkLst>
        </pc:graphicFrameChg>
      </pc:sldChg>
      <pc:sldChg chg="modSp mod">
        <pc:chgData name="Sasibhushan Chanthati" userId="b483317d51d3cb65" providerId="LiveId" clId="{9F70B023-3F7E-4767-AA40-8721E98351B9}" dt="2026-06-05T19:59:04.145" v="376" actId="20577"/>
        <pc:sldMkLst>
          <pc:docMk/>
          <pc:sldMk cId="500771176" sldId="272"/>
        </pc:sldMkLst>
        <pc:graphicFrameChg chg="modGraphic">
          <ac:chgData name="Sasibhushan Chanthati" userId="b483317d51d3cb65" providerId="LiveId" clId="{9F70B023-3F7E-4767-AA40-8721E98351B9}" dt="2026-06-05T19:59:04.145" v="376" actId="20577"/>
          <ac:graphicFrameMkLst>
            <pc:docMk/>
            <pc:sldMk cId="500771176" sldId="272"/>
            <ac:graphicFrameMk id="4" creationId="{D0F73247-CF96-DD2F-B448-2F8111C2447B}"/>
          </ac:graphicFrameMkLst>
        </pc:graphicFrameChg>
      </pc:sldChg>
      <pc:sldChg chg="addSp delSp modSp mod">
        <pc:chgData name="Sasibhushan Chanthati" userId="b483317d51d3cb65" providerId="LiveId" clId="{9F70B023-3F7E-4767-AA40-8721E98351B9}" dt="2026-05-19T07:25:41.317" v="288" actId="1035"/>
        <pc:sldMkLst>
          <pc:docMk/>
          <pc:sldMk cId="3259586682" sldId="274"/>
        </pc:sldMkLst>
        <pc:spChg chg="add mod">
          <ac:chgData name="Sasibhushan Chanthati" userId="b483317d51d3cb65" providerId="LiveId" clId="{9F70B023-3F7E-4767-AA40-8721E98351B9}" dt="2026-05-19T07:25:33.575" v="286" actId="1076"/>
          <ac:spMkLst>
            <pc:docMk/>
            <pc:sldMk cId="3259586682" sldId="274"/>
            <ac:spMk id="7" creationId="{1D9B4696-A360-F276-AE44-D1914B62A9A9}"/>
          </ac:spMkLst>
        </pc:spChg>
        <pc:picChg chg="mod">
          <ac:chgData name="Sasibhushan Chanthati" userId="b483317d51d3cb65" providerId="LiveId" clId="{9F70B023-3F7E-4767-AA40-8721E98351B9}" dt="2026-05-19T07:25:41.317" v="288" actId="1035"/>
          <ac:picMkLst>
            <pc:docMk/>
            <pc:sldMk cId="3259586682" sldId="274"/>
            <ac:picMk id="13" creationId="{D844FDBD-3CB4-8446-7401-2C5DDC59FFFD}"/>
          </ac:picMkLst>
        </pc:picChg>
      </pc:sldChg>
      <pc:sldChg chg="delSp modSp mod">
        <pc:chgData name="Sasibhushan Chanthati" userId="b483317d51d3cb65" providerId="LiveId" clId="{9F70B023-3F7E-4767-AA40-8721E98351B9}" dt="2026-05-19T07:25:04.655" v="281" actId="1076"/>
        <pc:sldMkLst>
          <pc:docMk/>
          <pc:sldMk cId="1217973606" sldId="276"/>
        </pc:sldMkLst>
        <pc:spChg chg="mod">
          <ac:chgData name="Sasibhushan Chanthati" userId="b483317d51d3cb65" providerId="LiveId" clId="{9F70B023-3F7E-4767-AA40-8721E98351B9}" dt="2026-05-19T07:25:04.655" v="281" actId="1076"/>
          <ac:spMkLst>
            <pc:docMk/>
            <pc:sldMk cId="1217973606" sldId="276"/>
            <ac:spMk id="27" creationId="{15C62902-84AF-E8F7-82AA-00BA9A375075}"/>
          </ac:spMkLst>
        </pc:spChg>
      </pc:sldChg>
      <pc:sldChg chg="modSp mod">
        <pc:chgData name="Sasibhushan Chanthati" userId="b483317d51d3cb65" providerId="LiveId" clId="{9F70B023-3F7E-4767-AA40-8721E98351B9}" dt="2026-06-05T20:04:03.001" v="449" actId="1076"/>
        <pc:sldMkLst>
          <pc:docMk/>
          <pc:sldMk cId="516140631" sldId="279"/>
        </pc:sldMkLst>
        <pc:picChg chg="mod">
          <ac:chgData name="Sasibhushan Chanthati" userId="b483317d51d3cb65" providerId="LiveId" clId="{9F70B023-3F7E-4767-AA40-8721E98351B9}" dt="2026-06-05T20:04:03.001" v="449" actId="1076"/>
          <ac:picMkLst>
            <pc:docMk/>
            <pc:sldMk cId="516140631" sldId="279"/>
            <ac:picMk id="2" creationId="{8A1C29E0-A2F9-D0B6-C3FB-142D4CBECF60}"/>
          </ac:picMkLst>
        </pc:picChg>
      </pc:sldChg>
      <pc:sldChg chg="delSp modSp mod">
        <pc:chgData name="Sasibhushan Chanthati" userId="b483317d51d3cb65" providerId="LiveId" clId="{9F70B023-3F7E-4767-AA40-8721E98351B9}" dt="2026-05-19T07:24:42.127" v="267" actId="20577"/>
        <pc:sldMkLst>
          <pc:docMk/>
          <pc:sldMk cId="2397601090" sldId="280"/>
        </pc:sldMkLst>
        <pc:spChg chg="mod">
          <ac:chgData name="Sasibhushan Chanthati" userId="b483317d51d3cb65" providerId="LiveId" clId="{9F70B023-3F7E-4767-AA40-8721E98351B9}" dt="2026-05-19T07:24:42.127" v="267" actId="20577"/>
          <ac:spMkLst>
            <pc:docMk/>
            <pc:sldMk cId="2397601090" sldId="280"/>
            <ac:spMk id="27" creationId="{25114FEF-8A89-2F3E-6B2C-51FDFE313755}"/>
          </ac:spMkLst>
        </pc:spChg>
      </pc:sldChg>
      <pc:sldChg chg="delSp modSp mod">
        <pc:chgData name="Sasibhushan Chanthati" userId="b483317d51d3cb65" providerId="LiveId" clId="{9F70B023-3F7E-4767-AA40-8721E98351B9}" dt="2026-05-19T07:24:30.798" v="252" actId="20577"/>
        <pc:sldMkLst>
          <pc:docMk/>
          <pc:sldMk cId="2097206282" sldId="281"/>
        </pc:sldMkLst>
        <pc:spChg chg="mod">
          <ac:chgData name="Sasibhushan Chanthati" userId="b483317d51d3cb65" providerId="LiveId" clId="{9F70B023-3F7E-4767-AA40-8721E98351B9}" dt="2026-05-19T07:24:30.798" v="252" actId="20577"/>
          <ac:spMkLst>
            <pc:docMk/>
            <pc:sldMk cId="2097206282" sldId="281"/>
            <ac:spMk id="27" creationId="{1725B9C3-8B30-4E69-81CE-8DECCBE232A2}"/>
          </ac:spMkLst>
        </pc:spChg>
      </pc:sldChg>
      <pc:sldChg chg="delSp modSp mod">
        <pc:chgData name="Sasibhushan Chanthati" userId="b483317d51d3cb65" providerId="LiveId" clId="{9F70B023-3F7E-4767-AA40-8721E98351B9}" dt="2026-05-19T07:24:18.330" v="239" actId="20577"/>
        <pc:sldMkLst>
          <pc:docMk/>
          <pc:sldMk cId="3257831439" sldId="282"/>
        </pc:sldMkLst>
        <pc:spChg chg="mod">
          <ac:chgData name="Sasibhushan Chanthati" userId="b483317d51d3cb65" providerId="LiveId" clId="{9F70B023-3F7E-4767-AA40-8721E98351B9}" dt="2026-05-19T07:24:18.330" v="239" actId="20577"/>
          <ac:spMkLst>
            <pc:docMk/>
            <pc:sldMk cId="3257831439" sldId="282"/>
            <ac:spMk id="27" creationId="{CD988CFB-9A05-7129-563D-7C85C8F03560}"/>
          </ac:spMkLst>
        </pc:spChg>
      </pc:sldChg>
      <pc:sldChg chg="modSp mod">
        <pc:chgData name="Sasibhushan Chanthati" userId="b483317d51d3cb65" providerId="LiveId" clId="{9F70B023-3F7E-4767-AA40-8721E98351B9}" dt="2026-05-19T07:26:12.127" v="289" actId="1076"/>
        <pc:sldMkLst>
          <pc:docMk/>
          <pc:sldMk cId="959630562" sldId="283"/>
        </pc:sldMkLst>
        <pc:spChg chg="mod">
          <ac:chgData name="Sasibhushan Chanthati" userId="b483317d51d3cb65" providerId="LiveId" clId="{9F70B023-3F7E-4767-AA40-8721E98351B9}" dt="2026-05-19T07:26:12.127" v="289" actId="1076"/>
          <ac:spMkLst>
            <pc:docMk/>
            <pc:sldMk cId="959630562" sldId="283"/>
            <ac:spMk id="27" creationId="{2FDE1999-59FF-BBC3-B37B-403B0615EE5B}"/>
          </ac:spMkLst>
        </pc:spChg>
      </pc:sldChg>
      <pc:sldChg chg="delSp modSp mod">
        <pc:chgData name="Sasibhushan Chanthati" userId="b483317d51d3cb65" providerId="LiveId" clId="{9F70B023-3F7E-4767-AA40-8721E98351B9}" dt="2026-05-19T07:23:51.457" v="218" actId="20577"/>
        <pc:sldMkLst>
          <pc:docMk/>
          <pc:sldMk cId="2757958766" sldId="284"/>
        </pc:sldMkLst>
        <pc:spChg chg="mod">
          <ac:chgData name="Sasibhushan Chanthati" userId="b483317d51d3cb65" providerId="LiveId" clId="{9F70B023-3F7E-4767-AA40-8721E98351B9}" dt="2026-05-19T07:23:51.457" v="218" actId="20577"/>
          <ac:spMkLst>
            <pc:docMk/>
            <pc:sldMk cId="2757958766" sldId="284"/>
            <ac:spMk id="27" creationId="{E52D8057-4052-E0E7-A160-0D7F6CC5168B}"/>
          </ac:spMkLst>
        </pc:spChg>
      </pc:sldChg>
      <pc:sldChg chg="modSp mod">
        <pc:chgData name="Sasibhushan Chanthati" userId="b483317d51d3cb65" providerId="LiveId" clId="{9F70B023-3F7E-4767-AA40-8721E98351B9}" dt="2026-05-19T07:23:37.197" v="205" actId="20577"/>
        <pc:sldMkLst>
          <pc:docMk/>
          <pc:sldMk cId="4153783460" sldId="285"/>
        </pc:sldMkLst>
        <pc:spChg chg="mod">
          <ac:chgData name="Sasibhushan Chanthati" userId="b483317d51d3cb65" providerId="LiveId" clId="{9F70B023-3F7E-4767-AA40-8721E98351B9}" dt="2026-05-19T07:23:29.081" v="190" actId="1076"/>
          <ac:spMkLst>
            <pc:docMk/>
            <pc:sldMk cId="4153783460" sldId="285"/>
            <ac:spMk id="3" creationId="{EFCC5DB0-BBDF-D354-C6EB-359305127ED0}"/>
          </ac:spMkLst>
        </pc:spChg>
        <pc:spChg chg="mod">
          <ac:chgData name="Sasibhushan Chanthati" userId="b483317d51d3cb65" providerId="LiveId" clId="{9F70B023-3F7E-4767-AA40-8721E98351B9}" dt="2026-05-19T07:23:37.197" v="205" actId="20577"/>
          <ac:spMkLst>
            <pc:docMk/>
            <pc:sldMk cId="4153783460" sldId="285"/>
            <ac:spMk id="27" creationId="{7864E326-CFB6-C5A6-3129-1391BF7EAEC0}"/>
          </ac:spMkLst>
        </pc:spChg>
      </pc:sldChg>
      <pc:sldChg chg="modSp mod">
        <pc:chgData name="Sasibhushan Chanthati" userId="b483317d51d3cb65" providerId="LiveId" clId="{9F70B023-3F7E-4767-AA40-8721E98351B9}" dt="2026-05-19T07:23:16.824" v="188" actId="20577"/>
        <pc:sldMkLst>
          <pc:docMk/>
          <pc:sldMk cId="119168359" sldId="286"/>
        </pc:sldMkLst>
        <pc:spChg chg="mod">
          <ac:chgData name="Sasibhushan Chanthati" userId="b483317d51d3cb65" providerId="LiveId" clId="{9F70B023-3F7E-4767-AA40-8721E98351B9}" dt="2026-05-19T07:23:16.824" v="188" actId="20577"/>
          <ac:spMkLst>
            <pc:docMk/>
            <pc:sldMk cId="119168359" sldId="286"/>
            <ac:spMk id="27" creationId="{13EA7848-E8EC-F902-87ED-6964FFE8D41D}"/>
          </ac:spMkLst>
        </pc:spChg>
      </pc:sldChg>
      <pc:sldChg chg="delSp modSp mod">
        <pc:chgData name="Sasibhushan Chanthati" userId="b483317d51d3cb65" providerId="LiveId" clId="{9F70B023-3F7E-4767-AA40-8721E98351B9}" dt="2026-05-19T07:23:00.712" v="174" actId="1076"/>
        <pc:sldMkLst>
          <pc:docMk/>
          <pc:sldMk cId="702039776" sldId="287"/>
        </pc:sldMkLst>
        <pc:spChg chg="mod">
          <ac:chgData name="Sasibhushan Chanthati" userId="b483317d51d3cb65" providerId="LiveId" clId="{9F70B023-3F7E-4767-AA40-8721E98351B9}" dt="2026-05-19T07:23:00.712" v="174" actId="1076"/>
          <ac:spMkLst>
            <pc:docMk/>
            <pc:sldMk cId="702039776" sldId="287"/>
            <ac:spMk id="3" creationId="{5E9F1FD0-22CB-4489-833B-B70E5BB09754}"/>
          </ac:spMkLst>
        </pc:spChg>
        <pc:spChg chg="mod">
          <ac:chgData name="Sasibhushan Chanthati" userId="b483317d51d3cb65" providerId="LiveId" clId="{9F70B023-3F7E-4767-AA40-8721E98351B9}" dt="2026-05-19T07:22:56.812" v="173" actId="313"/>
          <ac:spMkLst>
            <pc:docMk/>
            <pc:sldMk cId="702039776" sldId="287"/>
            <ac:spMk id="27" creationId="{01E9DC5E-D863-1A2C-70F2-39735CF7CC96}"/>
          </ac:spMkLst>
        </pc:spChg>
      </pc:sldChg>
      <pc:sldChg chg="addSp delSp modSp add del mod">
        <pc:chgData name="Sasibhushan Chanthati" userId="b483317d51d3cb65" providerId="LiveId" clId="{9F70B023-3F7E-4767-AA40-8721E98351B9}" dt="2026-06-05T19:58:22.620" v="342" actId="2696"/>
        <pc:sldMkLst>
          <pc:docMk/>
          <pc:sldMk cId="1913380252" sldId="288"/>
        </pc:sldMkLst>
      </pc:sldChg>
      <pc:sldChg chg="addSp delSp modSp add mod">
        <pc:chgData name="Sasibhushan Chanthati" userId="b483317d51d3cb65" providerId="LiveId" clId="{9F70B023-3F7E-4767-AA40-8721E98351B9}" dt="2026-06-05T19:56:51.315" v="326" actId="14100"/>
        <pc:sldMkLst>
          <pc:docMk/>
          <pc:sldMk cId="2864612601" sldId="289"/>
        </pc:sldMkLst>
        <pc:spChg chg="del mod">
          <ac:chgData name="Sasibhushan Chanthati" userId="b483317d51d3cb65" providerId="LiveId" clId="{9F70B023-3F7E-4767-AA40-8721E98351B9}" dt="2026-06-05T19:54:15.673" v="293" actId="478"/>
          <ac:spMkLst>
            <pc:docMk/>
            <pc:sldMk cId="2864612601" sldId="289"/>
            <ac:spMk id="2" creationId="{91536CE3-DB13-3F67-06DB-95BFEEAEBF87}"/>
          </ac:spMkLst>
        </pc:spChg>
        <pc:spChg chg="del">
          <ac:chgData name="Sasibhushan Chanthati" userId="b483317d51d3cb65" providerId="LiveId" clId="{9F70B023-3F7E-4767-AA40-8721E98351B9}" dt="2026-06-05T19:54:12.017" v="291" actId="478"/>
          <ac:spMkLst>
            <pc:docMk/>
            <pc:sldMk cId="2864612601" sldId="289"/>
            <ac:spMk id="3" creationId="{5FC384D6-780E-46C2-DE9B-AC9BC900F141}"/>
          </ac:spMkLst>
        </pc:spChg>
        <pc:spChg chg="add del mod">
          <ac:chgData name="Sasibhushan Chanthati" userId="b483317d51d3cb65" providerId="LiveId" clId="{9F70B023-3F7E-4767-AA40-8721E98351B9}" dt="2026-06-05T19:55:15.352" v="302" actId="478"/>
          <ac:spMkLst>
            <pc:docMk/>
            <pc:sldMk cId="2864612601" sldId="289"/>
            <ac:spMk id="8" creationId="{4FCE23D0-C3D3-291E-02E7-FDF62246DEE5}"/>
          </ac:spMkLst>
        </pc:spChg>
        <pc:spChg chg="add mod">
          <ac:chgData name="Sasibhushan Chanthati" userId="b483317d51d3cb65" providerId="LiveId" clId="{9F70B023-3F7E-4767-AA40-8721E98351B9}" dt="2026-06-05T19:56:51.315" v="326" actId="14100"/>
          <ac:spMkLst>
            <pc:docMk/>
            <pc:sldMk cId="2864612601" sldId="289"/>
            <ac:spMk id="10" creationId="{6186CEC9-00FB-3FB3-751B-88F189641C79}"/>
          </ac:spMkLst>
        </pc:spChg>
        <pc:graphicFrameChg chg="add mod modGraphic">
          <ac:chgData name="Sasibhushan Chanthati" userId="b483317d51d3cb65" providerId="LiveId" clId="{9F70B023-3F7E-4767-AA40-8721E98351B9}" dt="2026-06-05T19:56:47.060" v="325" actId="14100"/>
          <ac:graphicFrameMkLst>
            <pc:docMk/>
            <pc:sldMk cId="2864612601" sldId="289"/>
            <ac:graphicFrameMk id="11" creationId="{83DE3740-16D3-6431-6784-AEF537C9E6CB}"/>
          </ac:graphicFrameMkLst>
        </pc:graphicFrameChg>
      </pc:sldChg>
      <pc:sldChg chg="addSp delSp modSp add mod">
        <pc:chgData name="Sasibhushan Chanthati" userId="b483317d51d3cb65" providerId="LiveId" clId="{9F70B023-3F7E-4767-AA40-8721E98351B9}" dt="2026-06-05T19:58:04.787" v="341" actId="1076"/>
        <pc:sldMkLst>
          <pc:docMk/>
          <pc:sldMk cId="1614210724" sldId="290"/>
        </pc:sldMkLst>
        <pc:spChg chg="add del mod">
          <ac:chgData name="Sasibhushan Chanthati" userId="b483317d51d3cb65" providerId="LiveId" clId="{9F70B023-3F7E-4767-AA40-8721E98351B9}" dt="2026-06-05T19:57:22.912" v="330" actId="478"/>
          <ac:spMkLst>
            <pc:docMk/>
            <pc:sldMk cId="1614210724" sldId="290"/>
            <ac:spMk id="3" creationId="{5D7F6FB8-B52F-49F1-BE72-4D886F9270C7}"/>
          </ac:spMkLst>
        </pc:spChg>
        <pc:spChg chg="add del mod">
          <ac:chgData name="Sasibhushan Chanthati" userId="b483317d51d3cb65" providerId="LiveId" clId="{9F70B023-3F7E-4767-AA40-8721E98351B9}" dt="2026-06-05T19:57:37.068" v="335" actId="478"/>
          <ac:spMkLst>
            <pc:docMk/>
            <pc:sldMk cId="1614210724" sldId="290"/>
            <ac:spMk id="8" creationId="{ED3FE783-2853-CDC6-9B98-502D18C81D52}"/>
          </ac:spMkLst>
        </pc:spChg>
        <pc:spChg chg="del">
          <ac:chgData name="Sasibhushan Chanthati" userId="b483317d51d3cb65" providerId="LiveId" clId="{9F70B023-3F7E-4767-AA40-8721E98351B9}" dt="2026-06-05T19:57:20.445" v="329" actId="478"/>
          <ac:spMkLst>
            <pc:docMk/>
            <pc:sldMk cId="1614210724" sldId="290"/>
            <ac:spMk id="10" creationId="{B02E2B66-B197-A223-516D-D4FF708329CD}"/>
          </ac:spMkLst>
        </pc:spChg>
        <pc:graphicFrameChg chg="del mod">
          <ac:chgData name="Sasibhushan Chanthati" userId="b483317d51d3cb65" providerId="LiveId" clId="{9F70B023-3F7E-4767-AA40-8721E98351B9}" dt="2026-06-05T19:57:34.136" v="334" actId="478"/>
          <ac:graphicFrameMkLst>
            <pc:docMk/>
            <pc:sldMk cId="1614210724" sldId="290"/>
            <ac:graphicFrameMk id="11" creationId="{128B92C7-72B1-8544-5419-8AD47167BDE1}"/>
          </ac:graphicFrameMkLst>
        </pc:graphicFrameChg>
        <pc:picChg chg="add mod">
          <ac:chgData name="Sasibhushan Chanthati" userId="b483317d51d3cb65" providerId="LiveId" clId="{9F70B023-3F7E-4767-AA40-8721E98351B9}" dt="2026-06-05T19:58:04.787" v="341" actId="1076"/>
          <ac:picMkLst>
            <pc:docMk/>
            <pc:sldMk cId="1614210724" sldId="290"/>
            <ac:picMk id="9" creationId="{457F5510-26A2-610A-E006-55A4DF5004C2}"/>
          </ac:picMkLst>
        </pc:picChg>
        <pc:picChg chg="mod">
          <ac:chgData name="Sasibhushan Chanthati" userId="b483317d51d3cb65" providerId="LiveId" clId="{9F70B023-3F7E-4767-AA40-8721E98351B9}" dt="2026-06-05T19:57:52.995" v="339" actId="1076"/>
          <ac:picMkLst>
            <pc:docMk/>
            <pc:sldMk cId="1614210724" sldId="290"/>
            <ac:picMk id="21" creationId="{363AA263-B8BE-A342-B9EE-BB518F24504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0F334-DCC2-4C8B-AF69-2B0751B36307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C59844B-A742-4E69-A9AE-A02F58A1404D}">
      <dgm:prSet/>
      <dgm:spPr/>
      <dgm:t>
        <a:bodyPr/>
        <a:lstStyle/>
        <a:p>
          <a:r>
            <a:rPr lang="en-US" b="1" i="0" baseline="0" dirty="0"/>
            <a:t>Approval Bottlenecks</a:t>
          </a:r>
          <a:br>
            <a:rPr lang="en-US" b="0" i="0" baseline="0" dirty="0"/>
          </a:br>
          <a:r>
            <a:rPr lang="en-US" b="0" i="0" baseline="0" dirty="0"/>
            <a:t>Lengthy and </a:t>
          </a:r>
          <a:r>
            <a:rPr lang="en-US" b="1" i="0" baseline="0" dirty="0"/>
            <a:t>inefficient approval cycles</a:t>
          </a:r>
          <a:r>
            <a:rPr lang="en-US" b="0" i="0" baseline="0" dirty="0"/>
            <a:t> slow investment decisions, impacting time-to-market for financial products.</a:t>
          </a:r>
          <a:endParaRPr lang="en-US" dirty="0"/>
        </a:p>
      </dgm:t>
    </dgm:pt>
    <dgm:pt modelId="{9B1684CF-05BC-43C9-8D75-25B6F39D9555}" type="parTrans" cxnId="{5377E6E0-D420-4100-9FB3-33F88CF28F32}">
      <dgm:prSet/>
      <dgm:spPr/>
      <dgm:t>
        <a:bodyPr/>
        <a:lstStyle/>
        <a:p>
          <a:endParaRPr lang="en-US"/>
        </a:p>
      </dgm:t>
    </dgm:pt>
    <dgm:pt modelId="{8329069F-6F57-41FB-AF84-2358DA4142EC}" type="sibTrans" cxnId="{5377E6E0-D420-4100-9FB3-33F88CF28F32}">
      <dgm:prSet/>
      <dgm:spPr/>
      <dgm:t>
        <a:bodyPr/>
        <a:lstStyle/>
        <a:p>
          <a:endParaRPr lang="en-US"/>
        </a:p>
      </dgm:t>
    </dgm:pt>
    <dgm:pt modelId="{A788A3BC-8204-4CE2-9B44-560D5AE33549}">
      <dgm:prSet/>
      <dgm:spPr/>
      <dgm:t>
        <a:bodyPr/>
        <a:lstStyle/>
        <a:p>
          <a:r>
            <a:rPr lang="en-US" b="1" i="0" baseline="0" dirty="0"/>
            <a:t>Data Silos</a:t>
          </a:r>
          <a:br>
            <a:rPr lang="en-US" b="0" i="0" baseline="0" dirty="0"/>
          </a:br>
          <a:r>
            <a:rPr lang="en-US" b="1" i="0" baseline="0" dirty="0"/>
            <a:t>Fragmented data</a:t>
          </a:r>
          <a:r>
            <a:rPr lang="en-US" b="0" i="0" baseline="0" dirty="0"/>
            <a:t> spread across multiple legacy systems hinders real-time analysis and increases error risk.</a:t>
          </a:r>
          <a:endParaRPr lang="en-US" dirty="0"/>
        </a:p>
      </dgm:t>
    </dgm:pt>
    <dgm:pt modelId="{8CD19940-0995-4C13-A565-C84FDAE80212}" type="parTrans" cxnId="{373F671B-F6A4-4A7F-8B51-F398226BD8C5}">
      <dgm:prSet/>
      <dgm:spPr/>
      <dgm:t>
        <a:bodyPr/>
        <a:lstStyle/>
        <a:p>
          <a:endParaRPr lang="en-US"/>
        </a:p>
      </dgm:t>
    </dgm:pt>
    <dgm:pt modelId="{0FF21FDA-9AD2-44E6-AE9B-E12A1C237A31}" type="sibTrans" cxnId="{373F671B-F6A4-4A7F-8B51-F398226BD8C5}">
      <dgm:prSet/>
      <dgm:spPr/>
      <dgm:t>
        <a:bodyPr/>
        <a:lstStyle/>
        <a:p>
          <a:endParaRPr lang="en-US"/>
        </a:p>
      </dgm:t>
    </dgm:pt>
    <dgm:pt modelId="{69C403BC-F92E-437D-A0E3-E002838E4868}">
      <dgm:prSet phldrT="[Text]"/>
      <dgm:spPr/>
      <dgm:t>
        <a:bodyPr/>
        <a:lstStyle/>
        <a:p>
          <a:r>
            <a:rPr lang="en-US" b="1" i="0" baseline="0" dirty="0"/>
            <a:t>Regulatory Overload</a:t>
          </a:r>
          <a:br>
            <a:rPr lang="en-US" b="0" i="0" baseline="0" dirty="0"/>
          </a:br>
          <a:r>
            <a:rPr lang="en-US" b="0" i="0" baseline="0" dirty="0"/>
            <a:t>Complex and evolving compliance mandates (GDPR, SOX, DORA) increase operational overhead and require constant auditing.</a:t>
          </a:r>
          <a:endParaRPr lang="en-US" dirty="0"/>
        </a:p>
      </dgm:t>
    </dgm:pt>
    <dgm:pt modelId="{BC03EEF1-8E0E-46BA-B45B-DD7C3E324495}" type="parTrans" cxnId="{04D03E20-9B47-45FF-A162-0D6CA320B9AE}">
      <dgm:prSet/>
      <dgm:spPr/>
      <dgm:t>
        <a:bodyPr/>
        <a:lstStyle/>
        <a:p>
          <a:endParaRPr lang="en-US"/>
        </a:p>
      </dgm:t>
    </dgm:pt>
    <dgm:pt modelId="{D9D0175D-F1AC-48DA-AE4B-1450669004BB}" type="sibTrans" cxnId="{04D03E20-9B47-45FF-A162-0D6CA320B9AE}">
      <dgm:prSet/>
      <dgm:spPr/>
      <dgm:t>
        <a:bodyPr/>
        <a:lstStyle/>
        <a:p>
          <a:endParaRPr lang="en-US"/>
        </a:p>
      </dgm:t>
    </dgm:pt>
    <dgm:pt modelId="{B568031D-0E24-43FE-9460-0DB706A2D840}" type="pres">
      <dgm:prSet presAssocID="{65E0F334-DCC2-4C8B-AF69-2B0751B36307}" presName="vert0" presStyleCnt="0">
        <dgm:presLayoutVars>
          <dgm:dir/>
          <dgm:animOne val="branch"/>
          <dgm:animLvl val="lvl"/>
        </dgm:presLayoutVars>
      </dgm:prSet>
      <dgm:spPr/>
    </dgm:pt>
    <dgm:pt modelId="{BDD4917F-184B-4F68-B057-51E6EC59BF29}" type="pres">
      <dgm:prSet presAssocID="{69C403BC-F92E-437D-A0E3-E002838E4868}" presName="thickLine" presStyleLbl="alignNode1" presStyleIdx="0" presStyleCnt="3"/>
      <dgm:spPr/>
    </dgm:pt>
    <dgm:pt modelId="{F361D9AD-7150-4EE4-A717-8B5E95D8E475}" type="pres">
      <dgm:prSet presAssocID="{69C403BC-F92E-437D-A0E3-E002838E4868}" presName="horz1" presStyleCnt="0"/>
      <dgm:spPr/>
    </dgm:pt>
    <dgm:pt modelId="{95E8AF18-0BFA-4D0B-91AC-186D3797E914}" type="pres">
      <dgm:prSet presAssocID="{69C403BC-F92E-437D-A0E3-E002838E4868}" presName="tx1" presStyleLbl="revTx" presStyleIdx="0" presStyleCnt="3"/>
      <dgm:spPr/>
    </dgm:pt>
    <dgm:pt modelId="{EC4227E0-E162-4121-B6B4-148CCC66AC4F}" type="pres">
      <dgm:prSet presAssocID="{69C403BC-F92E-437D-A0E3-E002838E4868}" presName="vert1" presStyleCnt="0"/>
      <dgm:spPr/>
    </dgm:pt>
    <dgm:pt modelId="{914FBA98-FBD5-42BB-8169-692D584BBCAB}" type="pres">
      <dgm:prSet presAssocID="{1C59844B-A742-4E69-A9AE-A02F58A1404D}" presName="thickLine" presStyleLbl="alignNode1" presStyleIdx="1" presStyleCnt="3"/>
      <dgm:spPr/>
    </dgm:pt>
    <dgm:pt modelId="{389EAB42-90F6-4409-8994-8A8AFCB603C4}" type="pres">
      <dgm:prSet presAssocID="{1C59844B-A742-4E69-A9AE-A02F58A1404D}" presName="horz1" presStyleCnt="0"/>
      <dgm:spPr/>
    </dgm:pt>
    <dgm:pt modelId="{D2DAB93F-00B3-46D4-BF84-8C3C45000942}" type="pres">
      <dgm:prSet presAssocID="{1C59844B-A742-4E69-A9AE-A02F58A1404D}" presName="tx1" presStyleLbl="revTx" presStyleIdx="1" presStyleCnt="3"/>
      <dgm:spPr/>
    </dgm:pt>
    <dgm:pt modelId="{849D3966-F0E1-417A-AD9C-A05026CB5622}" type="pres">
      <dgm:prSet presAssocID="{1C59844B-A742-4E69-A9AE-A02F58A1404D}" presName="vert1" presStyleCnt="0"/>
      <dgm:spPr/>
    </dgm:pt>
    <dgm:pt modelId="{ECCD3215-9E73-4919-9896-2F5479FB2C2D}" type="pres">
      <dgm:prSet presAssocID="{A788A3BC-8204-4CE2-9B44-560D5AE33549}" presName="thickLine" presStyleLbl="alignNode1" presStyleIdx="2" presStyleCnt="3"/>
      <dgm:spPr/>
    </dgm:pt>
    <dgm:pt modelId="{5554090C-F83E-40E0-8511-64E05D0454FB}" type="pres">
      <dgm:prSet presAssocID="{A788A3BC-8204-4CE2-9B44-560D5AE33549}" presName="horz1" presStyleCnt="0"/>
      <dgm:spPr/>
    </dgm:pt>
    <dgm:pt modelId="{FDD0CE35-6905-410F-87D3-69530119B753}" type="pres">
      <dgm:prSet presAssocID="{A788A3BC-8204-4CE2-9B44-560D5AE33549}" presName="tx1" presStyleLbl="revTx" presStyleIdx="2" presStyleCnt="3"/>
      <dgm:spPr/>
    </dgm:pt>
    <dgm:pt modelId="{FF1C04F4-2369-445A-9254-E7921181FC2F}" type="pres">
      <dgm:prSet presAssocID="{A788A3BC-8204-4CE2-9B44-560D5AE33549}" presName="vert1" presStyleCnt="0"/>
      <dgm:spPr/>
    </dgm:pt>
  </dgm:ptLst>
  <dgm:cxnLst>
    <dgm:cxn modelId="{373F671B-F6A4-4A7F-8B51-F398226BD8C5}" srcId="{65E0F334-DCC2-4C8B-AF69-2B0751B36307}" destId="{A788A3BC-8204-4CE2-9B44-560D5AE33549}" srcOrd="2" destOrd="0" parTransId="{8CD19940-0995-4C13-A565-C84FDAE80212}" sibTransId="{0FF21FDA-9AD2-44E6-AE9B-E12A1C237A31}"/>
    <dgm:cxn modelId="{04D03E20-9B47-45FF-A162-0D6CA320B9AE}" srcId="{65E0F334-DCC2-4C8B-AF69-2B0751B36307}" destId="{69C403BC-F92E-437D-A0E3-E002838E4868}" srcOrd="0" destOrd="0" parTransId="{BC03EEF1-8E0E-46BA-B45B-DD7C3E324495}" sibTransId="{D9D0175D-F1AC-48DA-AE4B-1450669004BB}"/>
    <dgm:cxn modelId="{389F9B25-1FB6-4286-A981-B15399EE82C3}" type="presOf" srcId="{1C59844B-A742-4E69-A9AE-A02F58A1404D}" destId="{D2DAB93F-00B3-46D4-BF84-8C3C45000942}" srcOrd="0" destOrd="0" presId="urn:microsoft.com/office/officeart/2008/layout/LinedList"/>
    <dgm:cxn modelId="{C2B3EFA5-4B66-4E7C-9D2C-14B65536F59B}" type="presOf" srcId="{65E0F334-DCC2-4C8B-AF69-2B0751B36307}" destId="{B568031D-0E24-43FE-9460-0DB706A2D840}" srcOrd="0" destOrd="0" presId="urn:microsoft.com/office/officeart/2008/layout/LinedList"/>
    <dgm:cxn modelId="{292B99D3-D46E-4B5A-8E0A-594ED08FE905}" type="presOf" srcId="{A788A3BC-8204-4CE2-9B44-560D5AE33549}" destId="{FDD0CE35-6905-410F-87D3-69530119B753}" srcOrd="0" destOrd="0" presId="urn:microsoft.com/office/officeart/2008/layout/LinedList"/>
    <dgm:cxn modelId="{F777A8DA-5999-431B-A62A-105297AB25E0}" type="presOf" srcId="{69C403BC-F92E-437D-A0E3-E002838E4868}" destId="{95E8AF18-0BFA-4D0B-91AC-186D3797E914}" srcOrd="0" destOrd="0" presId="urn:microsoft.com/office/officeart/2008/layout/LinedList"/>
    <dgm:cxn modelId="{5377E6E0-D420-4100-9FB3-33F88CF28F32}" srcId="{65E0F334-DCC2-4C8B-AF69-2B0751B36307}" destId="{1C59844B-A742-4E69-A9AE-A02F58A1404D}" srcOrd="1" destOrd="0" parTransId="{9B1684CF-05BC-43C9-8D75-25B6F39D9555}" sibTransId="{8329069F-6F57-41FB-AF84-2358DA4142EC}"/>
    <dgm:cxn modelId="{AE75040B-14D6-4B4E-9A94-98C2AE6561E9}" type="presParOf" srcId="{B568031D-0E24-43FE-9460-0DB706A2D840}" destId="{BDD4917F-184B-4F68-B057-51E6EC59BF29}" srcOrd="0" destOrd="0" presId="urn:microsoft.com/office/officeart/2008/layout/LinedList"/>
    <dgm:cxn modelId="{4C4C0924-F521-4112-93B6-46044FD40DE3}" type="presParOf" srcId="{B568031D-0E24-43FE-9460-0DB706A2D840}" destId="{F361D9AD-7150-4EE4-A717-8B5E95D8E475}" srcOrd="1" destOrd="0" presId="urn:microsoft.com/office/officeart/2008/layout/LinedList"/>
    <dgm:cxn modelId="{7105F5B1-ED55-4455-8492-160A26911153}" type="presParOf" srcId="{F361D9AD-7150-4EE4-A717-8B5E95D8E475}" destId="{95E8AF18-0BFA-4D0B-91AC-186D3797E914}" srcOrd="0" destOrd="0" presId="urn:microsoft.com/office/officeart/2008/layout/LinedList"/>
    <dgm:cxn modelId="{73CF1237-E05E-494F-8F79-46B4BF205938}" type="presParOf" srcId="{F361D9AD-7150-4EE4-A717-8B5E95D8E475}" destId="{EC4227E0-E162-4121-B6B4-148CCC66AC4F}" srcOrd="1" destOrd="0" presId="urn:microsoft.com/office/officeart/2008/layout/LinedList"/>
    <dgm:cxn modelId="{1430E389-9874-480A-97D9-39301ED41A98}" type="presParOf" srcId="{B568031D-0E24-43FE-9460-0DB706A2D840}" destId="{914FBA98-FBD5-42BB-8169-692D584BBCAB}" srcOrd="2" destOrd="0" presId="urn:microsoft.com/office/officeart/2008/layout/LinedList"/>
    <dgm:cxn modelId="{680EDFCA-CB77-4F4D-97AD-FFA41230046F}" type="presParOf" srcId="{B568031D-0E24-43FE-9460-0DB706A2D840}" destId="{389EAB42-90F6-4409-8994-8A8AFCB603C4}" srcOrd="3" destOrd="0" presId="urn:microsoft.com/office/officeart/2008/layout/LinedList"/>
    <dgm:cxn modelId="{D624145A-F92C-4BDE-9887-6FC126FB9643}" type="presParOf" srcId="{389EAB42-90F6-4409-8994-8A8AFCB603C4}" destId="{D2DAB93F-00B3-46D4-BF84-8C3C45000942}" srcOrd="0" destOrd="0" presId="urn:microsoft.com/office/officeart/2008/layout/LinedList"/>
    <dgm:cxn modelId="{4BA05481-CB08-4418-9429-F893FB761C76}" type="presParOf" srcId="{389EAB42-90F6-4409-8994-8A8AFCB603C4}" destId="{849D3966-F0E1-417A-AD9C-A05026CB5622}" srcOrd="1" destOrd="0" presId="urn:microsoft.com/office/officeart/2008/layout/LinedList"/>
    <dgm:cxn modelId="{3C970B8C-CC9C-4DD8-8AC7-5A7DFB7E9748}" type="presParOf" srcId="{B568031D-0E24-43FE-9460-0DB706A2D840}" destId="{ECCD3215-9E73-4919-9896-2F5479FB2C2D}" srcOrd="4" destOrd="0" presId="urn:microsoft.com/office/officeart/2008/layout/LinedList"/>
    <dgm:cxn modelId="{7D46A248-09D6-472A-938F-0ECA75601DAD}" type="presParOf" srcId="{B568031D-0E24-43FE-9460-0DB706A2D840}" destId="{5554090C-F83E-40E0-8511-64E05D0454FB}" srcOrd="5" destOrd="0" presId="urn:microsoft.com/office/officeart/2008/layout/LinedList"/>
    <dgm:cxn modelId="{B35A9040-19E2-4363-8F91-CF4868ED7492}" type="presParOf" srcId="{5554090C-F83E-40E0-8511-64E05D0454FB}" destId="{FDD0CE35-6905-410F-87D3-69530119B753}" srcOrd="0" destOrd="0" presId="urn:microsoft.com/office/officeart/2008/layout/LinedList"/>
    <dgm:cxn modelId="{16D2CD14-091C-4CDB-A437-39F63CC7F7C6}" type="presParOf" srcId="{5554090C-F83E-40E0-8511-64E05D0454FB}" destId="{FF1C04F4-2369-445A-9254-E7921181FC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DBDB2-C419-4B27-97FC-00B3C08D7C0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D06FA1-B877-44E0-A2BB-21F17DFC9C9F}">
      <dgm:prSet/>
      <dgm:spPr/>
      <dgm:t>
        <a:bodyPr/>
        <a:lstStyle/>
        <a:p>
          <a:r>
            <a:rPr lang="en-US"/>
            <a:t>Comprehensive AI-powered financial modernization framework.</a:t>
          </a:r>
        </a:p>
      </dgm:t>
    </dgm:pt>
    <dgm:pt modelId="{4A369B35-2762-4B3B-A83C-CB4F664B6623}" type="parTrans" cxnId="{5FFDB02A-846A-4BA9-B139-2F8204F94C67}">
      <dgm:prSet/>
      <dgm:spPr/>
      <dgm:t>
        <a:bodyPr/>
        <a:lstStyle/>
        <a:p>
          <a:endParaRPr lang="en-US"/>
        </a:p>
      </dgm:t>
    </dgm:pt>
    <dgm:pt modelId="{7E6C4A56-AB66-45D0-92C0-4284A5531BBD}" type="sibTrans" cxnId="{5FFDB02A-846A-4BA9-B139-2F8204F94C67}">
      <dgm:prSet/>
      <dgm:spPr/>
      <dgm:t>
        <a:bodyPr/>
        <a:lstStyle/>
        <a:p>
          <a:endParaRPr lang="en-US"/>
        </a:p>
      </dgm:t>
    </dgm:pt>
    <dgm:pt modelId="{D4C00D67-3189-4D75-8EA1-C595E5CCC121}">
      <dgm:prSet/>
      <dgm:spPr/>
      <dgm:t>
        <a:bodyPr/>
        <a:lstStyle/>
        <a:p>
          <a:r>
            <a:rPr lang="en-US" dirty="0"/>
            <a:t>Integration of LLMs, Vector DB, Kafka, ServiceNow, and Zero Trust security.</a:t>
          </a:r>
        </a:p>
      </dgm:t>
    </dgm:pt>
    <dgm:pt modelId="{77A5F438-8678-4BCF-B4A3-770686F63E49}" type="parTrans" cxnId="{444F39B0-6862-46E2-BD0B-1425EA8CC196}">
      <dgm:prSet/>
      <dgm:spPr/>
      <dgm:t>
        <a:bodyPr/>
        <a:lstStyle/>
        <a:p>
          <a:endParaRPr lang="en-US"/>
        </a:p>
      </dgm:t>
    </dgm:pt>
    <dgm:pt modelId="{958BD933-8184-4E60-83E4-9120B2008AAA}" type="sibTrans" cxnId="{444F39B0-6862-46E2-BD0B-1425EA8CC196}">
      <dgm:prSet/>
      <dgm:spPr/>
      <dgm:t>
        <a:bodyPr/>
        <a:lstStyle/>
        <a:p>
          <a:endParaRPr lang="en-US"/>
        </a:p>
      </dgm:t>
    </dgm:pt>
    <dgm:pt modelId="{382E935A-5762-4DD4-9F67-1D42634E8024}">
      <dgm:prSet/>
      <dgm:spPr/>
      <dgm:t>
        <a:bodyPr/>
        <a:lstStyle/>
        <a:p>
          <a:r>
            <a:rPr lang="en-US" dirty="0"/>
            <a:t>Designed for scalability, compliance, and operational efficiency.</a:t>
          </a:r>
        </a:p>
      </dgm:t>
    </dgm:pt>
    <dgm:pt modelId="{9E0F17ED-0CC6-4028-9CA0-AE76EBAB61C4}" type="parTrans" cxnId="{65645995-E990-495A-8955-971D56701264}">
      <dgm:prSet/>
      <dgm:spPr/>
      <dgm:t>
        <a:bodyPr/>
        <a:lstStyle/>
        <a:p>
          <a:endParaRPr lang="en-US"/>
        </a:p>
      </dgm:t>
    </dgm:pt>
    <dgm:pt modelId="{AFB49E00-DB5B-4E45-8FD6-1A4CDB48069E}" type="sibTrans" cxnId="{65645995-E990-495A-8955-971D56701264}">
      <dgm:prSet/>
      <dgm:spPr/>
      <dgm:t>
        <a:bodyPr/>
        <a:lstStyle/>
        <a:p>
          <a:endParaRPr lang="en-US"/>
        </a:p>
      </dgm:t>
    </dgm:pt>
    <dgm:pt modelId="{8E7D6F53-A5DB-4443-B9D1-3F3874E91CBF}" type="pres">
      <dgm:prSet presAssocID="{574DBDB2-C419-4B27-97FC-00B3C08D7C01}" presName="vert0" presStyleCnt="0">
        <dgm:presLayoutVars>
          <dgm:dir/>
          <dgm:animOne val="branch"/>
          <dgm:animLvl val="lvl"/>
        </dgm:presLayoutVars>
      </dgm:prSet>
      <dgm:spPr/>
    </dgm:pt>
    <dgm:pt modelId="{2D1B315C-77EB-484D-B235-166CC34C847B}" type="pres">
      <dgm:prSet presAssocID="{9CD06FA1-B877-44E0-A2BB-21F17DFC9C9F}" presName="thickLine" presStyleLbl="alignNode1" presStyleIdx="0" presStyleCnt="3"/>
      <dgm:spPr/>
    </dgm:pt>
    <dgm:pt modelId="{4375F773-E415-4776-BE48-5D7512D08998}" type="pres">
      <dgm:prSet presAssocID="{9CD06FA1-B877-44E0-A2BB-21F17DFC9C9F}" presName="horz1" presStyleCnt="0"/>
      <dgm:spPr/>
    </dgm:pt>
    <dgm:pt modelId="{33AC8F36-2754-419E-BC15-2D037FBCBB7C}" type="pres">
      <dgm:prSet presAssocID="{9CD06FA1-B877-44E0-A2BB-21F17DFC9C9F}" presName="tx1" presStyleLbl="revTx" presStyleIdx="0" presStyleCnt="3"/>
      <dgm:spPr/>
    </dgm:pt>
    <dgm:pt modelId="{C8BFD14F-FDF5-47F4-8845-B74322BDE17B}" type="pres">
      <dgm:prSet presAssocID="{9CD06FA1-B877-44E0-A2BB-21F17DFC9C9F}" presName="vert1" presStyleCnt="0"/>
      <dgm:spPr/>
    </dgm:pt>
    <dgm:pt modelId="{81B4DAEE-D3DF-47B5-BE07-8320FBFC9EF5}" type="pres">
      <dgm:prSet presAssocID="{D4C00D67-3189-4D75-8EA1-C595E5CCC121}" presName="thickLine" presStyleLbl="alignNode1" presStyleIdx="1" presStyleCnt="3"/>
      <dgm:spPr/>
    </dgm:pt>
    <dgm:pt modelId="{384BCC43-E804-4739-A748-BBD62E6C0256}" type="pres">
      <dgm:prSet presAssocID="{D4C00D67-3189-4D75-8EA1-C595E5CCC121}" presName="horz1" presStyleCnt="0"/>
      <dgm:spPr/>
    </dgm:pt>
    <dgm:pt modelId="{1CD366F0-1932-4D81-9CE4-540C09B0C4CB}" type="pres">
      <dgm:prSet presAssocID="{D4C00D67-3189-4D75-8EA1-C595E5CCC121}" presName="tx1" presStyleLbl="revTx" presStyleIdx="1" presStyleCnt="3"/>
      <dgm:spPr/>
    </dgm:pt>
    <dgm:pt modelId="{711B54C3-BCC7-4DA3-A2DD-4EF04402630C}" type="pres">
      <dgm:prSet presAssocID="{D4C00D67-3189-4D75-8EA1-C595E5CCC121}" presName="vert1" presStyleCnt="0"/>
      <dgm:spPr/>
    </dgm:pt>
    <dgm:pt modelId="{8AE99EC2-AD28-4CF9-A843-02CDB84CE6B7}" type="pres">
      <dgm:prSet presAssocID="{382E935A-5762-4DD4-9F67-1D42634E8024}" presName="thickLine" presStyleLbl="alignNode1" presStyleIdx="2" presStyleCnt="3"/>
      <dgm:spPr/>
    </dgm:pt>
    <dgm:pt modelId="{8CE85BE5-403C-4D3B-8E9A-C9CA40B9B23F}" type="pres">
      <dgm:prSet presAssocID="{382E935A-5762-4DD4-9F67-1D42634E8024}" presName="horz1" presStyleCnt="0"/>
      <dgm:spPr/>
    </dgm:pt>
    <dgm:pt modelId="{E0B51A0C-D5E5-4B16-A947-C26BA2B91844}" type="pres">
      <dgm:prSet presAssocID="{382E935A-5762-4DD4-9F67-1D42634E8024}" presName="tx1" presStyleLbl="revTx" presStyleIdx="2" presStyleCnt="3"/>
      <dgm:spPr/>
    </dgm:pt>
    <dgm:pt modelId="{2012BD60-F790-44AB-B260-FAB86A676FD8}" type="pres">
      <dgm:prSet presAssocID="{382E935A-5762-4DD4-9F67-1D42634E8024}" presName="vert1" presStyleCnt="0"/>
      <dgm:spPr/>
    </dgm:pt>
  </dgm:ptLst>
  <dgm:cxnLst>
    <dgm:cxn modelId="{5FFDB02A-846A-4BA9-B139-2F8204F94C67}" srcId="{574DBDB2-C419-4B27-97FC-00B3C08D7C01}" destId="{9CD06FA1-B877-44E0-A2BB-21F17DFC9C9F}" srcOrd="0" destOrd="0" parTransId="{4A369B35-2762-4B3B-A83C-CB4F664B6623}" sibTransId="{7E6C4A56-AB66-45D0-92C0-4284A5531BBD}"/>
    <dgm:cxn modelId="{D702D42B-1845-49CF-9F3D-BA6B8FBDED62}" type="presOf" srcId="{D4C00D67-3189-4D75-8EA1-C595E5CCC121}" destId="{1CD366F0-1932-4D81-9CE4-540C09B0C4CB}" srcOrd="0" destOrd="0" presId="urn:microsoft.com/office/officeart/2008/layout/LinedList"/>
    <dgm:cxn modelId="{5A55E444-073F-4F9B-A113-8E6E3976EAD7}" type="presOf" srcId="{382E935A-5762-4DD4-9F67-1D42634E8024}" destId="{E0B51A0C-D5E5-4B16-A947-C26BA2B91844}" srcOrd="0" destOrd="0" presId="urn:microsoft.com/office/officeart/2008/layout/LinedList"/>
    <dgm:cxn modelId="{65645995-E990-495A-8955-971D56701264}" srcId="{574DBDB2-C419-4B27-97FC-00B3C08D7C01}" destId="{382E935A-5762-4DD4-9F67-1D42634E8024}" srcOrd="2" destOrd="0" parTransId="{9E0F17ED-0CC6-4028-9CA0-AE76EBAB61C4}" sibTransId="{AFB49E00-DB5B-4E45-8FD6-1A4CDB48069E}"/>
    <dgm:cxn modelId="{444F39B0-6862-46E2-BD0B-1425EA8CC196}" srcId="{574DBDB2-C419-4B27-97FC-00B3C08D7C01}" destId="{D4C00D67-3189-4D75-8EA1-C595E5CCC121}" srcOrd="1" destOrd="0" parTransId="{77A5F438-8678-4BCF-B4A3-770686F63E49}" sibTransId="{958BD933-8184-4E60-83E4-9120B2008AAA}"/>
    <dgm:cxn modelId="{6EDC45EE-50EF-4221-BB30-40A8669037EB}" type="presOf" srcId="{9CD06FA1-B877-44E0-A2BB-21F17DFC9C9F}" destId="{33AC8F36-2754-419E-BC15-2D037FBCBB7C}" srcOrd="0" destOrd="0" presId="urn:microsoft.com/office/officeart/2008/layout/LinedList"/>
    <dgm:cxn modelId="{D42BC2F5-D5A1-4252-9DD0-08A0634DE465}" type="presOf" srcId="{574DBDB2-C419-4B27-97FC-00B3C08D7C01}" destId="{8E7D6F53-A5DB-4443-B9D1-3F3874E91CBF}" srcOrd="0" destOrd="0" presId="urn:microsoft.com/office/officeart/2008/layout/LinedList"/>
    <dgm:cxn modelId="{8996E654-A12C-4DFC-B8CC-3251D8DECADA}" type="presParOf" srcId="{8E7D6F53-A5DB-4443-B9D1-3F3874E91CBF}" destId="{2D1B315C-77EB-484D-B235-166CC34C847B}" srcOrd="0" destOrd="0" presId="urn:microsoft.com/office/officeart/2008/layout/LinedList"/>
    <dgm:cxn modelId="{23701910-DC60-4691-B381-B77D580B6AB1}" type="presParOf" srcId="{8E7D6F53-A5DB-4443-B9D1-3F3874E91CBF}" destId="{4375F773-E415-4776-BE48-5D7512D08998}" srcOrd="1" destOrd="0" presId="urn:microsoft.com/office/officeart/2008/layout/LinedList"/>
    <dgm:cxn modelId="{4A6B4123-CD6C-42DA-A680-00C845731D37}" type="presParOf" srcId="{4375F773-E415-4776-BE48-5D7512D08998}" destId="{33AC8F36-2754-419E-BC15-2D037FBCBB7C}" srcOrd="0" destOrd="0" presId="urn:microsoft.com/office/officeart/2008/layout/LinedList"/>
    <dgm:cxn modelId="{43BBA219-9022-4CF6-8C65-302C5FE90387}" type="presParOf" srcId="{4375F773-E415-4776-BE48-5D7512D08998}" destId="{C8BFD14F-FDF5-47F4-8845-B74322BDE17B}" srcOrd="1" destOrd="0" presId="urn:microsoft.com/office/officeart/2008/layout/LinedList"/>
    <dgm:cxn modelId="{4285D8AC-4124-4E01-A165-350B4211081D}" type="presParOf" srcId="{8E7D6F53-A5DB-4443-B9D1-3F3874E91CBF}" destId="{81B4DAEE-D3DF-47B5-BE07-8320FBFC9EF5}" srcOrd="2" destOrd="0" presId="urn:microsoft.com/office/officeart/2008/layout/LinedList"/>
    <dgm:cxn modelId="{22C423CA-1A99-4BC7-AA58-C0AA5FC044A4}" type="presParOf" srcId="{8E7D6F53-A5DB-4443-B9D1-3F3874E91CBF}" destId="{384BCC43-E804-4739-A748-BBD62E6C0256}" srcOrd="3" destOrd="0" presId="urn:microsoft.com/office/officeart/2008/layout/LinedList"/>
    <dgm:cxn modelId="{8A216063-A3A3-48A0-BE19-40AF5A7A5F3C}" type="presParOf" srcId="{384BCC43-E804-4739-A748-BBD62E6C0256}" destId="{1CD366F0-1932-4D81-9CE4-540C09B0C4CB}" srcOrd="0" destOrd="0" presId="urn:microsoft.com/office/officeart/2008/layout/LinedList"/>
    <dgm:cxn modelId="{433C5448-5EDC-4046-AA82-5B0F43E77D3D}" type="presParOf" srcId="{384BCC43-E804-4739-A748-BBD62E6C0256}" destId="{711B54C3-BCC7-4DA3-A2DD-4EF04402630C}" srcOrd="1" destOrd="0" presId="urn:microsoft.com/office/officeart/2008/layout/LinedList"/>
    <dgm:cxn modelId="{35E79381-0FD0-45D3-817E-CEA3A15E1761}" type="presParOf" srcId="{8E7D6F53-A5DB-4443-B9D1-3F3874E91CBF}" destId="{8AE99EC2-AD28-4CF9-A843-02CDB84CE6B7}" srcOrd="4" destOrd="0" presId="urn:microsoft.com/office/officeart/2008/layout/LinedList"/>
    <dgm:cxn modelId="{6CC881BB-56C2-4089-B376-8F1397AE1B77}" type="presParOf" srcId="{8E7D6F53-A5DB-4443-B9D1-3F3874E91CBF}" destId="{8CE85BE5-403C-4D3B-8E9A-C9CA40B9B23F}" srcOrd="5" destOrd="0" presId="urn:microsoft.com/office/officeart/2008/layout/LinedList"/>
    <dgm:cxn modelId="{C93C5BD2-D163-4371-972C-DB583D811130}" type="presParOf" srcId="{8CE85BE5-403C-4D3B-8E9A-C9CA40B9B23F}" destId="{E0B51A0C-D5E5-4B16-A947-C26BA2B91844}" srcOrd="0" destOrd="0" presId="urn:microsoft.com/office/officeart/2008/layout/LinedList"/>
    <dgm:cxn modelId="{3CD5A27D-03E4-4417-8A50-12772BF7A46D}" type="presParOf" srcId="{8CE85BE5-403C-4D3B-8E9A-C9CA40B9B23F}" destId="{2012BD60-F790-44AB-B260-FAB86A676F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6F8170-32B3-4C7F-A2EF-83EEF51C9A3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24335F-652A-414D-A3FB-0F6A1A7119CB}">
      <dgm:prSet/>
      <dgm:spPr/>
      <dgm:t>
        <a:bodyPr/>
        <a:lstStyle/>
        <a:p>
          <a:r>
            <a:rPr lang="en-US"/>
            <a:t>Custom Glide APIs, business rules, and scoped applications.</a:t>
          </a:r>
        </a:p>
      </dgm:t>
    </dgm:pt>
    <dgm:pt modelId="{9EDFA0FC-8E40-42D8-BFFA-E230B51E1334}" type="parTrans" cxnId="{FA0C6E0E-11D3-4679-9392-AB3A3CBC7914}">
      <dgm:prSet/>
      <dgm:spPr/>
      <dgm:t>
        <a:bodyPr/>
        <a:lstStyle/>
        <a:p>
          <a:endParaRPr lang="en-US"/>
        </a:p>
      </dgm:t>
    </dgm:pt>
    <dgm:pt modelId="{655297DF-6FAF-49EE-A6BB-24B7B6BF5C7B}" type="sibTrans" cxnId="{FA0C6E0E-11D3-4679-9392-AB3A3CBC7914}">
      <dgm:prSet/>
      <dgm:spPr/>
      <dgm:t>
        <a:bodyPr/>
        <a:lstStyle/>
        <a:p>
          <a:endParaRPr lang="en-US"/>
        </a:p>
      </dgm:t>
    </dgm:pt>
    <dgm:pt modelId="{8215DAA4-34E3-494B-BA94-EF48115A13B3}">
      <dgm:prSet/>
      <dgm:spPr/>
      <dgm:t>
        <a:bodyPr/>
        <a:lstStyle/>
        <a:p>
          <a:r>
            <a:rPr lang="en-US"/>
            <a:t>Automated investment reviews, risk controls, and compliance checks.</a:t>
          </a:r>
        </a:p>
      </dgm:t>
    </dgm:pt>
    <dgm:pt modelId="{88CF135B-E5F2-4FA0-9890-0FF163B7D587}" type="parTrans" cxnId="{C12115DF-8FC8-404F-BDB6-B626A7219458}">
      <dgm:prSet/>
      <dgm:spPr/>
      <dgm:t>
        <a:bodyPr/>
        <a:lstStyle/>
        <a:p>
          <a:endParaRPr lang="en-US"/>
        </a:p>
      </dgm:t>
    </dgm:pt>
    <dgm:pt modelId="{79591B02-6FFD-44B8-94DD-F593639E27D0}" type="sibTrans" cxnId="{C12115DF-8FC8-404F-BDB6-B626A7219458}">
      <dgm:prSet/>
      <dgm:spPr/>
      <dgm:t>
        <a:bodyPr/>
        <a:lstStyle/>
        <a:p>
          <a:endParaRPr lang="en-US"/>
        </a:p>
      </dgm:t>
    </dgm:pt>
    <dgm:pt modelId="{F6D012F1-EFE3-44F2-A677-4D7985210254}" type="pres">
      <dgm:prSet presAssocID="{6F6F8170-32B3-4C7F-A2EF-83EEF51C9A34}" presName="linear" presStyleCnt="0">
        <dgm:presLayoutVars>
          <dgm:animLvl val="lvl"/>
          <dgm:resizeHandles val="exact"/>
        </dgm:presLayoutVars>
      </dgm:prSet>
      <dgm:spPr/>
    </dgm:pt>
    <dgm:pt modelId="{6E7E0965-849B-498D-8DBC-2A5F51278F69}" type="pres">
      <dgm:prSet presAssocID="{2D24335F-652A-414D-A3FB-0F6A1A7119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1E0FEE-203C-4A63-8FC6-EDE2F595A0A1}" type="pres">
      <dgm:prSet presAssocID="{655297DF-6FAF-49EE-A6BB-24B7B6BF5C7B}" presName="spacer" presStyleCnt="0"/>
      <dgm:spPr/>
    </dgm:pt>
    <dgm:pt modelId="{43FC94C7-D5D7-498D-B64A-6E4FC8E0711A}" type="pres">
      <dgm:prSet presAssocID="{8215DAA4-34E3-494B-BA94-EF48115A13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A0C6E0E-11D3-4679-9392-AB3A3CBC7914}" srcId="{6F6F8170-32B3-4C7F-A2EF-83EEF51C9A34}" destId="{2D24335F-652A-414D-A3FB-0F6A1A7119CB}" srcOrd="0" destOrd="0" parTransId="{9EDFA0FC-8E40-42D8-BFFA-E230B51E1334}" sibTransId="{655297DF-6FAF-49EE-A6BB-24B7B6BF5C7B}"/>
    <dgm:cxn modelId="{6FA4F970-81BF-4B07-9521-F109D9428755}" type="presOf" srcId="{8215DAA4-34E3-494B-BA94-EF48115A13B3}" destId="{43FC94C7-D5D7-498D-B64A-6E4FC8E0711A}" srcOrd="0" destOrd="0" presId="urn:microsoft.com/office/officeart/2005/8/layout/vList2"/>
    <dgm:cxn modelId="{7A5BEE84-AF6C-4DC4-9472-EF935979331C}" type="presOf" srcId="{6F6F8170-32B3-4C7F-A2EF-83EEF51C9A34}" destId="{F6D012F1-EFE3-44F2-A677-4D7985210254}" srcOrd="0" destOrd="0" presId="urn:microsoft.com/office/officeart/2005/8/layout/vList2"/>
    <dgm:cxn modelId="{314242C5-0CB0-43BF-87BC-E61990463A7E}" type="presOf" srcId="{2D24335F-652A-414D-A3FB-0F6A1A7119CB}" destId="{6E7E0965-849B-498D-8DBC-2A5F51278F69}" srcOrd="0" destOrd="0" presId="urn:microsoft.com/office/officeart/2005/8/layout/vList2"/>
    <dgm:cxn modelId="{C12115DF-8FC8-404F-BDB6-B626A7219458}" srcId="{6F6F8170-32B3-4C7F-A2EF-83EEF51C9A34}" destId="{8215DAA4-34E3-494B-BA94-EF48115A13B3}" srcOrd="1" destOrd="0" parTransId="{88CF135B-E5F2-4FA0-9890-0FF163B7D587}" sibTransId="{79591B02-6FFD-44B8-94DD-F593639E27D0}"/>
    <dgm:cxn modelId="{95093B38-C94E-45E9-9F0F-F777FB268BA1}" type="presParOf" srcId="{F6D012F1-EFE3-44F2-A677-4D7985210254}" destId="{6E7E0965-849B-498D-8DBC-2A5F51278F69}" srcOrd="0" destOrd="0" presId="urn:microsoft.com/office/officeart/2005/8/layout/vList2"/>
    <dgm:cxn modelId="{EACFE5F8-DF04-4E8F-9C7F-7A79610EA1EA}" type="presParOf" srcId="{F6D012F1-EFE3-44F2-A677-4D7985210254}" destId="{391E0FEE-203C-4A63-8FC6-EDE2F595A0A1}" srcOrd="1" destOrd="0" presId="urn:microsoft.com/office/officeart/2005/8/layout/vList2"/>
    <dgm:cxn modelId="{39C7C9B5-30B2-4833-9590-78956D4D2348}" type="presParOf" srcId="{F6D012F1-EFE3-44F2-A677-4D7985210254}" destId="{43FC94C7-D5D7-498D-B64A-6E4FC8E0711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AF860E-188C-43AB-AF86-2D8FCAA8730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8D9FEAD-9F59-4386-B32D-063F1816D709}">
      <dgm:prSet/>
      <dgm:spPr/>
      <dgm:t>
        <a:bodyPr/>
        <a:lstStyle/>
        <a:p>
          <a:r>
            <a:rPr lang="en-US"/>
            <a:t>Integration of LangChain with cloud-native microservices.</a:t>
          </a:r>
        </a:p>
      </dgm:t>
    </dgm:pt>
    <dgm:pt modelId="{A9493134-BC09-4013-87B7-20280BB34BB5}" type="parTrans" cxnId="{477FA5AC-D16F-46EA-85FC-2CA21FA8A6D3}">
      <dgm:prSet/>
      <dgm:spPr/>
      <dgm:t>
        <a:bodyPr/>
        <a:lstStyle/>
        <a:p>
          <a:endParaRPr lang="en-US"/>
        </a:p>
      </dgm:t>
    </dgm:pt>
    <dgm:pt modelId="{D9DBB980-6BC5-4A3E-B829-BE31432CDEDB}" type="sibTrans" cxnId="{477FA5AC-D16F-46EA-85FC-2CA21FA8A6D3}">
      <dgm:prSet/>
      <dgm:spPr/>
      <dgm:t>
        <a:bodyPr/>
        <a:lstStyle/>
        <a:p>
          <a:endParaRPr lang="en-US"/>
        </a:p>
      </dgm:t>
    </dgm:pt>
    <dgm:pt modelId="{6A0C6BB3-ED2D-4EFD-ADBF-6D6085592660}">
      <dgm:prSet/>
      <dgm:spPr/>
      <dgm:t>
        <a:bodyPr/>
        <a:lstStyle/>
        <a:p>
          <a:r>
            <a:rPr lang="en-US"/>
            <a:t>Real-time asset valuation, AML detection, and ESG scoring.</a:t>
          </a:r>
        </a:p>
      </dgm:t>
    </dgm:pt>
    <dgm:pt modelId="{0DB0E4B4-6E51-4149-AC28-4B079E5446A6}" type="parTrans" cxnId="{7CA9F7F7-F4D7-4387-BB84-9EA996471AEC}">
      <dgm:prSet/>
      <dgm:spPr/>
      <dgm:t>
        <a:bodyPr/>
        <a:lstStyle/>
        <a:p>
          <a:endParaRPr lang="en-US"/>
        </a:p>
      </dgm:t>
    </dgm:pt>
    <dgm:pt modelId="{7D085D81-018C-4751-BC5B-C7E130EEE24E}" type="sibTrans" cxnId="{7CA9F7F7-F4D7-4387-BB84-9EA996471AEC}">
      <dgm:prSet/>
      <dgm:spPr/>
      <dgm:t>
        <a:bodyPr/>
        <a:lstStyle/>
        <a:p>
          <a:endParaRPr lang="en-US"/>
        </a:p>
      </dgm:t>
    </dgm:pt>
    <dgm:pt modelId="{ACB54C9D-9B1E-46E6-8489-96762D4A77FA}" type="pres">
      <dgm:prSet presAssocID="{F8AF860E-188C-43AB-AF86-2D8FCAA87302}" presName="vert0" presStyleCnt="0">
        <dgm:presLayoutVars>
          <dgm:dir/>
          <dgm:animOne val="branch"/>
          <dgm:animLvl val="lvl"/>
        </dgm:presLayoutVars>
      </dgm:prSet>
      <dgm:spPr/>
    </dgm:pt>
    <dgm:pt modelId="{A081E64E-4A61-41E6-B85F-355DB05B5052}" type="pres">
      <dgm:prSet presAssocID="{98D9FEAD-9F59-4386-B32D-063F1816D709}" presName="thickLine" presStyleLbl="alignNode1" presStyleIdx="0" presStyleCnt="2"/>
      <dgm:spPr/>
    </dgm:pt>
    <dgm:pt modelId="{56D305A9-84E7-4F5C-8C7F-8C95E11061AE}" type="pres">
      <dgm:prSet presAssocID="{98D9FEAD-9F59-4386-B32D-063F1816D709}" presName="horz1" presStyleCnt="0"/>
      <dgm:spPr/>
    </dgm:pt>
    <dgm:pt modelId="{693F31FF-05F6-42B8-9681-BC7A0EDAB010}" type="pres">
      <dgm:prSet presAssocID="{98D9FEAD-9F59-4386-B32D-063F1816D709}" presName="tx1" presStyleLbl="revTx" presStyleIdx="0" presStyleCnt="2"/>
      <dgm:spPr/>
    </dgm:pt>
    <dgm:pt modelId="{9288EF01-C8D0-499D-AFA9-0E7C9F74E5A4}" type="pres">
      <dgm:prSet presAssocID="{98D9FEAD-9F59-4386-B32D-063F1816D709}" presName="vert1" presStyleCnt="0"/>
      <dgm:spPr/>
    </dgm:pt>
    <dgm:pt modelId="{8DB881B5-9911-43CC-B49E-9602FE9B9451}" type="pres">
      <dgm:prSet presAssocID="{6A0C6BB3-ED2D-4EFD-ADBF-6D6085592660}" presName="thickLine" presStyleLbl="alignNode1" presStyleIdx="1" presStyleCnt="2"/>
      <dgm:spPr/>
    </dgm:pt>
    <dgm:pt modelId="{3E51C9A8-3336-4277-8B1E-DF288FB762BE}" type="pres">
      <dgm:prSet presAssocID="{6A0C6BB3-ED2D-4EFD-ADBF-6D6085592660}" presName="horz1" presStyleCnt="0"/>
      <dgm:spPr/>
    </dgm:pt>
    <dgm:pt modelId="{9FFABA02-A544-4C07-9BC6-AFB52F6579B4}" type="pres">
      <dgm:prSet presAssocID="{6A0C6BB3-ED2D-4EFD-ADBF-6D6085592660}" presName="tx1" presStyleLbl="revTx" presStyleIdx="1" presStyleCnt="2"/>
      <dgm:spPr/>
    </dgm:pt>
    <dgm:pt modelId="{D96EF605-6DFC-4AFA-BA79-9E65A0EC2D75}" type="pres">
      <dgm:prSet presAssocID="{6A0C6BB3-ED2D-4EFD-ADBF-6D6085592660}" presName="vert1" presStyleCnt="0"/>
      <dgm:spPr/>
    </dgm:pt>
  </dgm:ptLst>
  <dgm:cxnLst>
    <dgm:cxn modelId="{A04FC602-0F51-48DF-8DBE-EAFFD9E51672}" type="presOf" srcId="{98D9FEAD-9F59-4386-B32D-063F1816D709}" destId="{693F31FF-05F6-42B8-9681-BC7A0EDAB010}" srcOrd="0" destOrd="0" presId="urn:microsoft.com/office/officeart/2008/layout/LinedList"/>
    <dgm:cxn modelId="{3AF90314-5EE8-4FA5-B4FA-BE60B1A85ADB}" type="presOf" srcId="{F8AF860E-188C-43AB-AF86-2D8FCAA87302}" destId="{ACB54C9D-9B1E-46E6-8489-96762D4A77FA}" srcOrd="0" destOrd="0" presId="urn:microsoft.com/office/officeart/2008/layout/LinedList"/>
    <dgm:cxn modelId="{D3F57A1C-85F1-471F-A623-6F237DF476F5}" type="presOf" srcId="{6A0C6BB3-ED2D-4EFD-ADBF-6D6085592660}" destId="{9FFABA02-A544-4C07-9BC6-AFB52F6579B4}" srcOrd="0" destOrd="0" presId="urn:microsoft.com/office/officeart/2008/layout/LinedList"/>
    <dgm:cxn modelId="{477FA5AC-D16F-46EA-85FC-2CA21FA8A6D3}" srcId="{F8AF860E-188C-43AB-AF86-2D8FCAA87302}" destId="{98D9FEAD-9F59-4386-B32D-063F1816D709}" srcOrd="0" destOrd="0" parTransId="{A9493134-BC09-4013-87B7-20280BB34BB5}" sibTransId="{D9DBB980-6BC5-4A3E-B829-BE31432CDEDB}"/>
    <dgm:cxn modelId="{7CA9F7F7-F4D7-4387-BB84-9EA996471AEC}" srcId="{F8AF860E-188C-43AB-AF86-2D8FCAA87302}" destId="{6A0C6BB3-ED2D-4EFD-ADBF-6D6085592660}" srcOrd="1" destOrd="0" parTransId="{0DB0E4B4-6E51-4149-AC28-4B079E5446A6}" sibTransId="{7D085D81-018C-4751-BC5B-C7E130EEE24E}"/>
    <dgm:cxn modelId="{1EC1500E-37D3-47A9-8C1B-B6E052DFBCD8}" type="presParOf" srcId="{ACB54C9D-9B1E-46E6-8489-96762D4A77FA}" destId="{A081E64E-4A61-41E6-B85F-355DB05B5052}" srcOrd="0" destOrd="0" presId="urn:microsoft.com/office/officeart/2008/layout/LinedList"/>
    <dgm:cxn modelId="{C7857C0D-9208-41D7-AD69-08ACDE841093}" type="presParOf" srcId="{ACB54C9D-9B1E-46E6-8489-96762D4A77FA}" destId="{56D305A9-84E7-4F5C-8C7F-8C95E11061AE}" srcOrd="1" destOrd="0" presId="urn:microsoft.com/office/officeart/2008/layout/LinedList"/>
    <dgm:cxn modelId="{874FC35A-C83F-4C40-AAD0-EE57C9E7AB6A}" type="presParOf" srcId="{56D305A9-84E7-4F5C-8C7F-8C95E11061AE}" destId="{693F31FF-05F6-42B8-9681-BC7A0EDAB010}" srcOrd="0" destOrd="0" presId="urn:microsoft.com/office/officeart/2008/layout/LinedList"/>
    <dgm:cxn modelId="{84DF1DDC-EECD-4EDB-906C-C5CF84012BC9}" type="presParOf" srcId="{56D305A9-84E7-4F5C-8C7F-8C95E11061AE}" destId="{9288EF01-C8D0-499D-AFA9-0E7C9F74E5A4}" srcOrd="1" destOrd="0" presId="urn:microsoft.com/office/officeart/2008/layout/LinedList"/>
    <dgm:cxn modelId="{D9B82E0F-21F2-434B-ACA0-589CC0461B9F}" type="presParOf" srcId="{ACB54C9D-9B1E-46E6-8489-96762D4A77FA}" destId="{8DB881B5-9911-43CC-B49E-9602FE9B9451}" srcOrd="2" destOrd="0" presId="urn:microsoft.com/office/officeart/2008/layout/LinedList"/>
    <dgm:cxn modelId="{40F2026C-3AD0-4273-A2F0-3D69B69473EA}" type="presParOf" srcId="{ACB54C9D-9B1E-46E6-8489-96762D4A77FA}" destId="{3E51C9A8-3336-4277-8B1E-DF288FB762BE}" srcOrd="3" destOrd="0" presId="urn:microsoft.com/office/officeart/2008/layout/LinedList"/>
    <dgm:cxn modelId="{F92018E4-BCA2-4220-9B8E-DBF2A1034631}" type="presParOf" srcId="{3E51C9A8-3336-4277-8B1E-DF288FB762BE}" destId="{9FFABA02-A544-4C07-9BC6-AFB52F6579B4}" srcOrd="0" destOrd="0" presId="urn:microsoft.com/office/officeart/2008/layout/LinedList"/>
    <dgm:cxn modelId="{D384F4CA-AA32-47F6-A0F9-5324512323F2}" type="presParOf" srcId="{3E51C9A8-3336-4277-8B1E-DF288FB762BE}" destId="{D96EF605-6DFC-4AFA-BA79-9E65A0EC2D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9F743E-E8EB-4874-9930-2B70E085D3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8B5B55-DB83-4A84-96CE-30F1542CF3D1}">
      <dgm:prSet/>
      <dgm:spPr/>
      <dgm:t>
        <a:bodyPr/>
        <a:lstStyle/>
        <a:p>
          <a:r>
            <a:rPr lang="en-US"/>
            <a:t>Semantic embeddings stored in vector search engines.</a:t>
          </a:r>
        </a:p>
      </dgm:t>
    </dgm:pt>
    <dgm:pt modelId="{555A0F12-5FCC-4C89-A9A3-B725ECBCBE7E}" type="parTrans" cxnId="{6FA3686D-9C87-4691-AD8C-107A58E87AB3}">
      <dgm:prSet/>
      <dgm:spPr/>
      <dgm:t>
        <a:bodyPr/>
        <a:lstStyle/>
        <a:p>
          <a:endParaRPr lang="en-US"/>
        </a:p>
      </dgm:t>
    </dgm:pt>
    <dgm:pt modelId="{00ED6AFB-03EA-4CF9-AE0F-18EA02D65F88}" type="sibTrans" cxnId="{6FA3686D-9C87-4691-AD8C-107A58E87AB3}">
      <dgm:prSet/>
      <dgm:spPr/>
      <dgm:t>
        <a:bodyPr/>
        <a:lstStyle/>
        <a:p>
          <a:endParaRPr lang="en-US"/>
        </a:p>
      </dgm:t>
    </dgm:pt>
    <dgm:pt modelId="{190873A7-A85D-4C97-8140-ADFE8CCF48CB}">
      <dgm:prSet/>
      <dgm:spPr/>
      <dgm:t>
        <a:bodyPr/>
        <a:lstStyle/>
        <a:p>
          <a:r>
            <a:rPr lang="en-US"/>
            <a:t>Enables dynamic, context-aware querying for financial analysis.</a:t>
          </a:r>
        </a:p>
      </dgm:t>
    </dgm:pt>
    <dgm:pt modelId="{FE4D57FE-DE99-4B40-979C-8E7047F615A8}" type="parTrans" cxnId="{D62F33E6-5053-44DA-836D-1AF38F1A1CCE}">
      <dgm:prSet/>
      <dgm:spPr/>
      <dgm:t>
        <a:bodyPr/>
        <a:lstStyle/>
        <a:p>
          <a:endParaRPr lang="en-US"/>
        </a:p>
      </dgm:t>
    </dgm:pt>
    <dgm:pt modelId="{D5041275-2742-4D27-B04C-3094C94C9528}" type="sibTrans" cxnId="{D62F33E6-5053-44DA-836D-1AF38F1A1CCE}">
      <dgm:prSet/>
      <dgm:spPr/>
      <dgm:t>
        <a:bodyPr/>
        <a:lstStyle/>
        <a:p>
          <a:endParaRPr lang="en-US"/>
        </a:p>
      </dgm:t>
    </dgm:pt>
    <dgm:pt modelId="{0EB1C20B-A32A-4EA9-A7FC-BC096E47374C}" type="pres">
      <dgm:prSet presAssocID="{729F743E-E8EB-4874-9930-2B70E085D3D0}" presName="linear" presStyleCnt="0">
        <dgm:presLayoutVars>
          <dgm:animLvl val="lvl"/>
          <dgm:resizeHandles val="exact"/>
        </dgm:presLayoutVars>
      </dgm:prSet>
      <dgm:spPr/>
    </dgm:pt>
    <dgm:pt modelId="{D0DBC5C2-9AD6-42BF-B9EC-29871B65D40B}" type="pres">
      <dgm:prSet presAssocID="{D98B5B55-DB83-4A84-96CE-30F1542CF3D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A349DC-0AD6-4625-A7BE-4F57ED225FF0}" type="pres">
      <dgm:prSet presAssocID="{00ED6AFB-03EA-4CF9-AE0F-18EA02D65F88}" presName="spacer" presStyleCnt="0"/>
      <dgm:spPr/>
    </dgm:pt>
    <dgm:pt modelId="{B01F2F6A-02AA-4FDC-9DD2-5A211D7974AE}" type="pres">
      <dgm:prSet presAssocID="{190873A7-A85D-4C97-8140-ADFE8CCF48C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93CD330-30CF-421D-8D18-869BBA08C18C}" type="presOf" srcId="{190873A7-A85D-4C97-8140-ADFE8CCF48CB}" destId="{B01F2F6A-02AA-4FDC-9DD2-5A211D7974AE}" srcOrd="0" destOrd="0" presId="urn:microsoft.com/office/officeart/2005/8/layout/vList2"/>
    <dgm:cxn modelId="{6FA3686D-9C87-4691-AD8C-107A58E87AB3}" srcId="{729F743E-E8EB-4874-9930-2B70E085D3D0}" destId="{D98B5B55-DB83-4A84-96CE-30F1542CF3D1}" srcOrd="0" destOrd="0" parTransId="{555A0F12-5FCC-4C89-A9A3-B725ECBCBE7E}" sibTransId="{00ED6AFB-03EA-4CF9-AE0F-18EA02D65F88}"/>
    <dgm:cxn modelId="{48E8E7BB-3184-4C28-81FE-2EF4FC6A182C}" type="presOf" srcId="{729F743E-E8EB-4874-9930-2B70E085D3D0}" destId="{0EB1C20B-A32A-4EA9-A7FC-BC096E47374C}" srcOrd="0" destOrd="0" presId="urn:microsoft.com/office/officeart/2005/8/layout/vList2"/>
    <dgm:cxn modelId="{D62F33E6-5053-44DA-836D-1AF38F1A1CCE}" srcId="{729F743E-E8EB-4874-9930-2B70E085D3D0}" destId="{190873A7-A85D-4C97-8140-ADFE8CCF48CB}" srcOrd="1" destOrd="0" parTransId="{FE4D57FE-DE99-4B40-979C-8E7047F615A8}" sibTransId="{D5041275-2742-4D27-B04C-3094C94C9528}"/>
    <dgm:cxn modelId="{E7CE32F8-64B4-45AF-8D25-3F889C0F4A2C}" type="presOf" srcId="{D98B5B55-DB83-4A84-96CE-30F1542CF3D1}" destId="{D0DBC5C2-9AD6-42BF-B9EC-29871B65D40B}" srcOrd="0" destOrd="0" presId="urn:microsoft.com/office/officeart/2005/8/layout/vList2"/>
    <dgm:cxn modelId="{ED529AF9-656A-4BCF-93FF-948D3DD08501}" type="presParOf" srcId="{0EB1C20B-A32A-4EA9-A7FC-BC096E47374C}" destId="{D0DBC5C2-9AD6-42BF-B9EC-29871B65D40B}" srcOrd="0" destOrd="0" presId="urn:microsoft.com/office/officeart/2005/8/layout/vList2"/>
    <dgm:cxn modelId="{E46E5F57-0265-492F-8DF9-E3F7C77FD88E}" type="presParOf" srcId="{0EB1C20B-A32A-4EA9-A7FC-BC096E47374C}" destId="{EEA349DC-0AD6-4625-A7BE-4F57ED225FF0}" srcOrd="1" destOrd="0" presId="urn:microsoft.com/office/officeart/2005/8/layout/vList2"/>
    <dgm:cxn modelId="{8AD38F77-2CEA-4FB6-8B25-6DB7B8EB7250}" type="presParOf" srcId="{0EB1C20B-A32A-4EA9-A7FC-BC096E47374C}" destId="{B01F2F6A-02AA-4FDC-9DD2-5A211D7974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3D1841-8680-4AE8-A91A-15318BFE966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30C9D0B-53B9-40AB-A081-8E2D5932BA2A}">
      <dgm:prSet/>
      <dgm:spPr/>
      <dgm:t>
        <a:bodyPr/>
        <a:lstStyle/>
        <a:p>
          <a:r>
            <a:rPr lang="en-US"/>
            <a:t>Federated ingestion pipelines for multi-source transaction data.</a:t>
          </a:r>
        </a:p>
      </dgm:t>
    </dgm:pt>
    <dgm:pt modelId="{0112DEDA-78D2-4D4C-A080-ECEF10854CCA}" type="parTrans" cxnId="{4A538BED-E6CB-4737-AF68-0BAA940F4EDD}">
      <dgm:prSet/>
      <dgm:spPr/>
      <dgm:t>
        <a:bodyPr/>
        <a:lstStyle/>
        <a:p>
          <a:endParaRPr lang="en-US"/>
        </a:p>
      </dgm:t>
    </dgm:pt>
    <dgm:pt modelId="{93302912-EBBA-4AE9-AE75-51B3011EE2AC}" type="sibTrans" cxnId="{4A538BED-E6CB-4737-AF68-0BAA940F4EDD}">
      <dgm:prSet/>
      <dgm:spPr/>
      <dgm:t>
        <a:bodyPr/>
        <a:lstStyle/>
        <a:p>
          <a:endParaRPr lang="en-US"/>
        </a:p>
      </dgm:t>
    </dgm:pt>
    <dgm:pt modelId="{05C8B906-E077-4E84-9D38-2B90FA765D76}">
      <dgm:prSet/>
      <dgm:spPr/>
      <dgm:t>
        <a:bodyPr/>
        <a:lstStyle/>
        <a:p>
          <a:r>
            <a:rPr lang="en-US"/>
            <a:t>Low-latency access enabling real-time analytics.</a:t>
          </a:r>
        </a:p>
      </dgm:t>
    </dgm:pt>
    <dgm:pt modelId="{FE16FA7F-D076-4D71-957A-7B0C55E5DC20}" type="parTrans" cxnId="{FD1F0C7B-5C91-44CC-839A-CF9205F0E677}">
      <dgm:prSet/>
      <dgm:spPr/>
      <dgm:t>
        <a:bodyPr/>
        <a:lstStyle/>
        <a:p>
          <a:endParaRPr lang="en-US"/>
        </a:p>
      </dgm:t>
    </dgm:pt>
    <dgm:pt modelId="{7B1D712F-7128-4AB3-8D37-3AE12A8F887A}" type="sibTrans" cxnId="{FD1F0C7B-5C91-44CC-839A-CF9205F0E677}">
      <dgm:prSet/>
      <dgm:spPr/>
      <dgm:t>
        <a:bodyPr/>
        <a:lstStyle/>
        <a:p>
          <a:endParaRPr lang="en-US"/>
        </a:p>
      </dgm:t>
    </dgm:pt>
    <dgm:pt modelId="{EE2CA5D0-7D66-4E10-AD84-BF48AD6EB314}" type="pres">
      <dgm:prSet presAssocID="{FD3D1841-8680-4AE8-A91A-15318BFE966B}" presName="vert0" presStyleCnt="0">
        <dgm:presLayoutVars>
          <dgm:dir/>
          <dgm:animOne val="branch"/>
          <dgm:animLvl val="lvl"/>
        </dgm:presLayoutVars>
      </dgm:prSet>
      <dgm:spPr/>
    </dgm:pt>
    <dgm:pt modelId="{762593B0-29C8-4B1B-9ABC-5C13953331DF}" type="pres">
      <dgm:prSet presAssocID="{D30C9D0B-53B9-40AB-A081-8E2D5932BA2A}" presName="thickLine" presStyleLbl="alignNode1" presStyleIdx="0" presStyleCnt="2"/>
      <dgm:spPr/>
    </dgm:pt>
    <dgm:pt modelId="{3DB4D7D0-56A0-4FC8-8507-D346E83221D5}" type="pres">
      <dgm:prSet presAssocID="{D30C9D0B-53B9-40AB-A081-8E2D5932BA2A}" presName="horz1" presStyleCnt="0"/>
      <dgm:spPr/>
    </dgm:pt>
    <dgm:pt modelId="{D5906D18-193D-402A-B912-2B6B5B3388EE}" type="pres">
      <dgm:prSet presAssocID="{D30C9D0B-53B9-40AB-A081-8E2D5932BA2A}" presName="tx1" presStyleLbl="revTx" presStyleIdx="0" presStyleCnt="2"/>
      <dgm:spPr/>
    </dgm:pt>
    <dgm:pt modelId="{EB6AEA66-0EBC-44DF-B820-6FF1DEE5F559}" type="pres">
      <dgm:prSet presAssocID="{D30C9D0B-53B9-40AB-A081-8E2D5932BA2A}" presName="vert1" presStyleCnt="0"/>
      <dgm:spPr/>
    </dgm:pt>
    <dgm:pt modelId="{56E46A85-CC33-4BB9-8653-66A38EB9CE4C}" type="pres">
      <dgm:prSet presAssocID="{05C8B906-E077-4E84-9D38-2B90FA765D76}" presName="thickLine" presStyleLbl="alignNode1" presStyleIdx="1" presStyleCnt="2"/>
      <dgm:spPr/>
    </dgm:pt>
    <dgm:pt modelId="{8E46E3F7-48F2-4C28-B772-F3637D4E695E}" type="pres">
      <dgm:prSet presAssocID="{05C8B906-E077-4E84-9D38-2B90FA765D76}" presName="horz1" presStyleCnt="0"/>
      <dgm:spPr/>
    </dgm:pt>
    <dgm:pt modelId="{EFBB216B-50D0-4431-A7F7-BE97F2C19DF4}" type="pres">
      <dgm:prSet presAssocID="{05C8B906-E077-4E84-9D38-2B90FA765D76}" presName="tx1" presStyleLbl="revTx" presStyleIdx="1" presStyleCnt="2"/>
      <dgm:spPr/>
    </dgm:pt>
    <dgm:pt modelId="{F63F341E-8D2A-4591-9E68-ABF520ADB0A9}" type="pres">
      <dgm:prSet presAssocID="{05C8B906-E077-4E84-9D38-2B90FA765D76}" presName="vert1" presStyleCnt="0"/>
      <dgm:spPr/>
    </dgm:pt>
  </dgm:ptLst>
  <dgm:cxnLst>
    <dgm:cxn modelId="{49C71459-7549-4F83-A87D-26B33B025900}" type="presOf" srcId="{05C8B906-E077-4E84-9D38-2B90FA765D76}" destId="{EFBB216B-50D0-4431-A7F7-BE97F2C19DF4}" srcOrd="0" destOrd="0" presId="urn:microsoft.com/office/officeart/2008/layout/LinedList"/>
    <dgm:cxn modelId="{FD1F0C7B-5C91-44CC-839A-CF9205F0E677}" srcId="{FD3D1841-8680-4AE8-A91A-15318BFE966B}" destId="{05C8B906-E077-4E84-9D38-2B90FA765D76}" srcOrd="1" destOrd="0" parTransId="{FE16FA7F-D076-4D71-957A-7B0C55E5DC20}" sibTransId="{7B1D712F-7128-4AB3-8D37-3AE12A8F887A}"/>
    <dgm:cxn modelId="{DDFCD68D-04D3-42F1-949E-AE76C5061CBA}" type="presOf" srcId="{FD3D1841-8680-4AE8-A91A-15318BFE966B}" destId="{EE2CA5D0-7D66-4E10-AD84-BF48AD6EB314}" srcOrd="0" destOrd="0" presId="urn:microsoft.com/office/officeart/2008/layout/LinedList"/>
    <dgm:cxn modelId="{377E2DAB-44BF-480C-B4C4-07B782C99922}" type="presOf" srcId="{D30C9D0B-53B9-40AB-A081-8E2D5932BA2A}" destId="{D5906D18-193D-402A-B912-2B6B5B3388EE}" srcOrd="0" destOrd="0" presId="urn:microsoft.com/office/officeart/2008/layout/LinedList"/>
    <dgm:cxn modelId="{4A538BED-E6CB-4737-AF68-0BAA940F4EDD}" srcId="{FD3D1841-8680-4AE8-A91A-15318BFE966B}" destId="{D30C9D0B-53B9-40AB-A081-8E2D5932BA2A}" srcOrd="0" destOrd="0" parTransId="{0112DEDA-78D2-4D4C-A080-ECEF10854CCA}" sibTransId="{93302912-EBBA-4AE9-AE75-51B3011EE2AC}"/>
    <dgm:cxn modelId="{D48E9D75-0DB5-4B5C-8C31-9AC76B311932}" type="presParOf" srcId="{EE2CA5D0-7D66-4E10-AD84-BF48AD6EB314}" destId="{762593B0-29C8-4B1B-9ABC-5C13953331DF}" srcOrd="0" destOrd="0" presId="urn:microsoft.com/office/officeart/2008/layout/LinedList"/>
    <dgm:cxn modelId="{DDB97272-B0B4-4A81-BA50-30D580EB138A}" type="presParOf" srcId="{EE2CA5D0-7D66-4E10-AD84-BF48AD6EB314}" destId="{3DB4D7D0-56A0-4FC8-8507-D346E83221D5}" srcOrd="1" destOrd="0" presId="urn:microsoft.com/office/officeart/2008/layout/LinedList"/>
    <dgm:cxn modelId="{9CB5021D-DAEB-48CB-8426-0C30362392C4}" type="presParOf" srcId="{3DB4D7D0-56A0-4FC8-8507-D346E83221D5}" destId="{D5906D18-193D-402A-B912-2B6B5B3388EE}" srcOrd="0" destOrd="0" presId="urn:microsoft.com/office/officeart/2008/layout/LinedList"/>
    <dgm:cxn modelId="{FD5B1438-8800-4183-8D9C-44A528DB3E50}" type="presParOf" srcId="{3DB4D7D0-56A0-4FC8-8507-D346E83221D5}" destId="{EB6AEA66-0EBC-44DF-B820-6FF1DEE5F559}" srcOrd="1" destOrd="0" presId="urn:microsoft.com/office/officeart/2008/layout/LinedList"/>
    <dgm:cxn modelId="{F1030750-D2DA-4287-BE6D-F8FD5416C822}" type="presParOf" srcId="{EE2CA5D0-7D66-4E10-AD84-BF48AD6EB314}" destId="{56E46A85-CC33-4BB9-8653-66A38EB9CE4C}" srcOrd="2" destOrd="0" presId="urn:microsoft.com/office/officeart/2008/layout/LinedList"/>
    <dgm:cxn modelId="{B121D793-2E48-4595-9C47-2A36A651E011}" type="presParOf" srcId="{EE2CA5D0-7D66-4E10-AD84-BF48AD6EB314}" destId="{8E46E3F7-48F2-4C28-B772-F3637D4E695E}" srcOrd="3" destOrd="0" presId="urn:microsoft.com/office/officeart/2008/layout/LinedList"/>
    <dgm:cxn modelId="{5444F9D3-4589-4508-876F-239F07621D2E}" type="presParOf" srcId="{8E46E3F7-48F2-4C28-B772-F3637D4E695E}" destId="{EFBB216B-50D0-4431-A7F7-BE97F2C19DF4}" srcOrd="0" destOrd="0" presId="urn:microsoft.com/office/officeart/2008/layout/LinedList"/>
    <dgm:cxn modelId="{56BC203C-BDF9-4E2C-90DF-9A9795A4BC5D}" type="presParOf" srcId="{8E46E3F7-48F2-4C28-B772-F3637D4E695E}" destId="{F63F341E-8D2A-4591-9E68-ABF520ADB0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FBF3D7-5E48-44EC-849F-368FA8F9366A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AC2F79B-BF25-4F94-9C2B-1F3B9D9D0EEF}">
      <dgm:prSet/>
      <dgm:spPr/>
      <dgm:t>
        <a:bodyPr/>
        <a:lstStyle/>
        <a:p>
          <a:r>
            <a:rPr lang="en-US"/>
            <a:t>Role-based access control and compliance modules in OPA/Rego.</a:t>
          </a:r>
        </a:p>
      </dgm:t>
    </dgm:pt>
    <dgm:pt modelId="{E521D6B1-8C23-46F0-BD29-1F65BA254DA8}" type="parTrans" cxnId="{1A1DC74D-258E-49DA-99CF-E12E79D0E1CB}">
      <dgm:prSet/>
      <dgm:spPr/>
      <dgm:t>
        <a:bodyPr/>
        <a:lstStyle/>
        <a:p>
          <a:endParaRPr lang="en-US"/>
        </a:p>
      </dgm:t>
    </dgm:pt>
    <dgm:pt modelId="{BA4BF0A7-9EB8-4812-8E71-A810BB8AB893}" type="sibTrans" cxnId="{1A1DC74D-258E-49DA-99CF-E12E79D0E1CB}">
      <dgm:prSet/>
      <dgm:spPr/>
      <dgm:t>
        <a:bodyPr/>
        <a:lstStyle/>
        <a:p>
          <a:endParaRPr lang="en-US"/>
        </a:p>
      </dgm:t>
    </dgm:pt>
    <dgm:pt modelId="{4F165646-FB35-4253-A770-F6AE64074E90}">
      <dgm:prSet/>
      <dgm:spPr/>
      <dgm:t>
        <a:bodyPr/>
        <a:lstStyle/>
        <a:p>
          <a:r>
            <a:rPr lang="en-US"/>
            <a:t>Runtime validation logs for regulatory traceability.</a:t>
          </a:r>
        </a:p>
      </dgm:t>
    </dgm:pt>
    <dgm:pt modelId="{BF7A5B9A-360D-40E7-8181-3D8D9084ADB7}" type="parTrans" cxnId="{2F509C88-EC9C-4FE7-A007-D97618110B3F}">
      <dgm:prSet/>
      <dgm:spPr/>
      <dgm:t>
        <a:bodyPr/>
        <a:lstStyle/>
        <a:p>
          <a:endParaRPr lang="en-US"/>
        </a:p>
      </dgm:t>
    </dgm:pt>
    <dgm:pt modelId="{10276A95-468E-456A-B6D9-6F6BB52B93B4}" type="sibTrans" cxnId="{2F509C88-EC9C-4FE7-A007-D97618110B3F}">
      <dgm:prSet/>
      <dgm:spPr/>
      <dgm:t>
        <a:bodyPr/>
        <a:lstStyle/>
        <a:p>
          <a:endParaRPr lang="en-US"/>
        </a:p>
      </dgm:t>
    </dgm:pt>
    <dgm:pt modelId="{BC1A8061-D55C-4692-A5AD-EE966670E01B}" type="pres">
      <dgm:prSet presAssocID="{44FBF3D7-5E48-44EC-849F-368FA8F9366A}" presName="vert0" presStyleCnt="0">
        <dgm:presLayoutVars>
          <dgm:dir/>
          <dgm:animOne val="branch"/>
          <dgm:animLvl val="lvl"/>
        </dgm:presLayoutVars>
      </dgm:prSet>
      <dgm:spPr/>
    </dgm:pt>
    <dgm:pt modelId="{50AF292C-8E91-445A-8668-6859A9CE75CC}" type="pres">
      <dgm:prSet presAssocID="{DAC2F79B-BF25-4F94-9C2B-1F3B9D9D0EEF}" presName="thickLine" presStyleLbl="alignNode1" presStyleIdx="0" presStyleCnt="2"/>
      <dgm:spPr/>
    </dgm:pt>
    <dgm:pt modelId="{E2142A9F-7426-4A01-9137-D2CB6EFB39FA}" type="pres">
      <dgm:prSet presAssocID="{DAC2F79B-BF25-4F94-9C2B-1F3B9D9D0EEF}" presName="horz1" presStyleCnt="0"/>
      <dgm:spPr/>
    </dgm:pt>
    <dgm:pt modelId="{E5192F8E-957E-488D-AF06-76231ED35BA6}" type="pres">
      <dgm:prSet presAssocID="{DAC2F79B-BF25-4F94-9C2B-1F3B9D9D0EEF}" presName="tx1" presStyleLbl="revTx" presStyleIdx="0" presStyleCnt="2"/>
      <dgm:spPr/>
    </dgm:pt>
    <dgm:pt modelId="{84C09589-757A-4BD1-9925-ADC1607063BB}" type="pres">
      <dgm:prSet presAssocID="{DAC2F79B-BF25-4F94-9C2B-1F3B9D9D0EEF}" presName="vert1" presStyleCnt="0"/>
      <dgm:spPr/>
    </dgm:pt>
    <dgm:pt modelId="{A6863C97-D503-4E91-AF3A-534D6CD7B286}" type="pres">
      <dgm:prSet presAssocID="{4F165646-FB35-4253-A770-F6AE64074E90}" presName="thickLine" presStyleLbl="alignNode1" presStyleIdx="1" presStyleCnt="2"/>
      <dgm:spPr/>
    </dgm:pt>
    <dgm:pt modelId="{D9E235EB-E4B2-4CEC-B708-1B778E4CEE55}" type="pres">
      <dgm:prSet presAssocID="{4F165646-FB35-4253-A770-F6AE64074E90}" presName="horz1" presStyleCnt="0"/>
      <dgm:spPr/>
    </dgm:pt>
    <dgm:pt modelId="{4C835D44-4BC0-4DA5-9565-7A1B26FA0EA0}" type="pres">
      <dgm:prSet presAssocID="{4F165646-FB35-4253-A770-F6AE64074E90}" presName="tx1" presStyleLbl="revTx" presStyleIdx="1" presStyleCnt="2"/>
      <dgm:spPr/>
    </dgm:pt>
    <dgm:pt modelId="{0CF7CAD4-F7EE-4246-8BE9-ACE8643BF354}" type="pres">
      <dgm:prSet presAssocID="{4F165646-FB35-4253-A770-F6AE64074E90}" presName="vert1" presStyleCnt="0"/>
      <dgm:spPr/>
    </dgm:pt>
  </dgm:ptLst>
  <dgm:cxnLst>
    <dgm:cxn modelId="{5CFB7719-C136-43B5-9364-7220597ECFB1}" type="presOf" srcId="{4F165646-FB35-4253-A770-F6AE64074E90}" destId="{4C835D44-4BC0-4DA5-9565-7A1B26FA0EA0}" srcOrd="0" destOrd="0" presId="urn:microsoft.com/office/officeart/2008/layout/LinedList"/>
    <dgm:cxn modelId="{1EED6669-4A8E-4BA9-84CA-AA1A2F45241A}" type="presOf" srcId="{44FBF3D7-5E48-44EC-849F-368FA8F9366A}" destId="{BC1A8061-D55C-4692-A5AD-EE966670E01B}" srcOrd="0" destOrd="0" presId="urn:microsoft.com/office/officeart/2008/layout/LinedList"/>
    <dgm:cxn modelId="{B194DD6C-56B1-483A-B1B4-333FA6F8B256}" type="presOf" srcId="{DAC2F79B-BF25-4F94-9C2B-1F3B9D9D0EEF}" destId="{E5192F8E-957E-488D-AF06-76231ED35BA6}" srcOrd="0" destOrd="0" presId="urn:microsoft.com/office/officeart/2008/layout/LinedList"/>
    <dgm:cxn modelId="{1A1DC74D-258E-49DA-99CF-E12E79D0E1CB}" srcId="{44FBF3D7-5E48-44EC-849F-368FA8F9366A}" destId="{DAC2F79B-BF25-4F94-9C2B-1F3B9D9D0EEF}" srcOrd="0" destOrd="0" parTransId="{E521D6B1-8C23-46F0-BD29-1F65BA254DA8}" sibTransId="{BA4BF0A7-9EB8-4812-8E71-A810BB8AB893}"/>
    <dgm:cxn modelId="{2F509C88-EC9C-4FE7-A007-D97618110B3F}" srcId="{44FBF3D7-5E48-44EC-849F-368FA8F9366A}" destId="{4F165646-FB35-4253-A770-F6AE64074E90}" srcOrd="1" destOrd="0" parTransId="{BF7A5B9A-360D-40E7-8181-3D8D9084ADB7}" sibTransId="{10276A95-468E-456A-B6D9-6F6BB52B93B4}"/>
    <dgm:cxn modelId="{889E2F96-4E21-4A29-89E5-EC8EE98D811F}" type="presParOf" srcId="{BC1A8061-D55C-4692-A5AD-EE966670E01B}" destId="{50AF292C-8E91-445A-8668-6859A9CE75CC}" srcOrd="0" destOrd="0" presId="urn:microsoft.com/office/officeart/2008/layout/LinedList"/>
    <dgm:cxn modelId="{75FF5A07-BB9C-430C-B84A-4B6B07B55CDC}" type="presParOf" srcId="{BC1A8061-D55C-4692-A5AD-EE966670E01B}" destId="{E2142A9F-7426-4A01-9137-D2CB6EFB39FA}" srcOrd="1" destOrd="0" presId="urn:microsoft.com/office/officeart/2008/layout/LinedList"/>
    <dgm:cxn modelId="{944CECD4-8D82-426A-A564-F9DE9C35707D}" type="presParOf" srcId="{E2142A9F-7426-4A01-9137-D2CB6EFB39FA}" destId="{E5192F8E-957E-488D-AF06-76231ED35BA6}" srcOrd="0" destOrd="0" presId="urn:microsoft.com/office/officeart/2008/layout/LinedList"/>
    <dgm:cxn modelId="{8479087A-79AD-4B63-9E33-7C119420672A}" type="presParOf" srcId="{E2142A9F-7426-4A01-9137-D2CB6EFB39FA}" destId="{84C09589-757A-4BD1-9925-ADC1607063BB}" srcOrd="1" destOrd="0" presId="urn:microsoft.com/office/officeart/2008/layout/LinedList"/>
    <dgm:cxn modelId="{79989273-27F0-47BA-ABA4-0EFF14F7ED6C}" type="presParOf" srcId="{BC1A8061-D55C-4692-A5AD-EE966670E01B}" destId="{A6863C97-D503-4E91-AF3A-534D6CD7B286}" srcOrd="2" destOrd="0" presId="urn:microsoft.com/office/officeart/2008/layout/LinedList"/>
    <dgm:cxn modelId="{68C71666-1DAC-4129-A9CF-313AC97C7C34}" type="presParOf" srcId="{BC1A8061-D55C-4692-A5AD-EE966670E01B}" destId="{D9E235EB-E4B2-4CEC-B708-1B778E4CEE55}" srcOrd="3" destOrd="0" presId="urn:microsoft.com/office/officeart/2008/layout/LinedList"/>
    <dgm:cxn modelId="{24C2D378-BA14-413B-8B87-3CE0F122998F}" type="presParOf" srcId="{D9E235EB-E4B2-4CEC-B708-1B778E4CEE55}" destId="{4C835D44-4BC0-4DA5-9565-7A1B26FA0EA0}" srcOrd="0" destOrd="0" presId="urn:microsoft.com/office/officeart/2008/layout/LinedList"/>
    <dgm:cxn modelId="{47515BF0-2932-4AC6-887A-909A90DDB40E}" type="presParOf" srcId="{D9E235EB-E4B2-4CEC-B708-1B778E4CEE55}" destId="{0CF7CAD4-F7EE-4246-8BE9-ACE8643BF3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5EF5D3F-E315-40F0-B4CA-2615E34077A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4DCC6E9-11EF-4BBC-B6BA-26A851BE1A7D}">
      <dgm:prSet/>
      <dgm:spPr/>
      <dgm:t>
        <a:bodyPr/>
        <a:lstStyle/>
        <a:p>
          <a:r>
            <a:rPr lang="en-US"/>
            <a:t>47% improvement in SLA adherence for approval cycles.</a:t>
          </a:r>
        </a:p>
      </dgm:t>
    </dgm:pt>
    <dgm:pt modelId="{8C8C14E0-2C66-4D05-BBBD-DDA7DC8CE8F6}" type="parTrans" cxnId="{B3B74036-9EA2-45D0-9E52-8FC57199DF18}">
      <dgm:prSet/>
      <dgm:spPr/>
      <dgm:t>
        <a:bodyPr/>
        <a:lstStyle/>
        <a:p>
          <a:endParaRPr lang="en-US"/>
        </a:p>
      </dgm:t>
    </dgm:pt>
    <dgm:pt modelId="{660CDA1E-E552-45AE-8502-1EC32D14CDCD}" type="sibTrans" cxnId="{B3B74036-9EA2-45D0-9E52-8FC57199DF18}">
      <dgm:prSet/>
      <dgm:spPr/>
      <dgm:t>
        <a:bodyPr/>
        <a:lstStyle/>
        <a:p>
          <a:endParaRPr lang="en-US"/>
        </a:p>
      </dgm:t>
    </dgm:pt>
    <dgm:pt modelId="{235A6D6B-005F-4446-BD1B-BBCF6C24A02F}">
      <dgm:prSet/>
      <dgm:spPr/>
      <dgm:t>
        <a:bodyPr/>
        <a:lstStyle/>
        <a:p>
          <a:r>
            <a:rPr lang="en-US"/>
            <a:t>60% reduction in manual intervention via AI workflows.</a:t>
          </a:r>
        </a:p>
      </dgm:t>
    </dgm:pt>
    <dgm:pt modelId="{9B667EEC-E2F2-4D4C-A872-5AC103D2FB93}" type="parTrans" cxnId="{7D05CAF5-ADF1-4194-A8F6-53C42A6A4390}">
      <dgm:prSet/>
      <dgm:spPr/>
      <dgm:t>
        <a:bodyPr/>
        <a:lstStyle/>
        <a:p>
          <a:endParaRPr lang="en-US"/>
        </a:p>
      </dgm:t>
    </dgm:pt>
    <dgm:pt modelId="{8DD039E6-C463-4B27-8E8D-E30159EB96FA}" type="sibTrans" cxnId="{7D05CAF5-ADF1-4194-A8F6-53C42A6A4390}">
      <dgm:prSet/>
      <dgm:spPr/>
      <dgm:t>
        <a:bodyPr/>
        <a:lstStyle/>
        <a:p>
          <a:endParaRPr lang="en-US"/>
        </a:p>
      </dgm:t>
    </dgm:pt>
    <dgm:pt modelId="{DC43B7B2-7E49-4A81-B6BC-7A96C64A9F27}">
      <dgm:prSet/>
      <dgm:spPr/>
      <dgm:t>
        <a:bodyPr/>
        <a:lstStyle/>
        <a:p>
          <a:r>
            <a:rPr lang="en-US"/>
            <a:t>Full explainability of AI decisions for compliance audits.</a:t>
          </a:r>
        </a:p>
      </dgm:t>
    </dgm:pt>
    <dgm:pt modelId="{FB3786B3-5154-4B03-ADD8-E5CC9CDC9285}" type="parTrans" cxnId="{B4F0BE5C-0E7E-44B1-9472-8D6F0A3B6D74}">
      <dgm:prSet/>
      <dgm:spPr/>
      <dgm:t>
        <a:bodyPr/>
        <a:lstStyle/>
        <a:p>
          <a:endParaRPr lang="en-US"/>
        </a:p>
      </dgm:t>
    </dgm:pt>
    <dgm:pt modelId="{548AA0B3-5340-4944-AFDE-4347AB4F93BD}" type="sibTrans" cxnId="{B4F0BE5C-0E7E-44B1-9472-8D6F0A3B6D74}">
      <dgm:prSet/>
      <dgm:spPr/>
      <dgm:t>
        <a:bodyPr/>
        <a:lstStyle/>
        <a:p>
          <a:endParaRPr lang="en-US"/>
        </a:p>
      </dgm:t>
    </dgm:pt>
    <dgm:pt modelId="{9D957A7D-DF9A-488C-BE47-EEFF3B6B9AEB}" type="pres">
      <dgm:prSet presAssocID="{A5EF5D3F-E315-40F0-B4CA-2615E34077A0}" presName="vert0" presStyleCnt="0">
        <dgm:presLayoutVars>
          <dgm:dir/>
          <dgm:animOne val="branch"/>
          <dgm:animLvl val="lvl"/>
        </dgm:presLayoutVars>
      </dgm:prSet>
      <dgm:spPr/>
    </dgm:pt>
    <dgm:pt modelId="{716182AF-1D4A-4283-BCE1-849F3D275370}" type="pres">
      <dgm:prSet presAssocID="{14DCC6E9-11EF-4BBC-B6BA-26A851BE1A7D}" presName="thickLine" presStyleLbl="alignNode1" presStyleIdx="0" presStyleCnt="3"/>
      <dgm:spPr/>
    </dgm:pt>
    <dgm:pt modelId="{A0C1DBB5-394D-4897-BABF-EFE62F654A22}" type="pres">
      <dgm:prSet presAssocID="{14DCC6E9-11EF-4BBC-B6BA-26A851BE1A7D}" presName="horz1" presStyleCnt="0"/>
      <dgm:spPr/>
    </dgm:pt>
    <dgm:pt modelId="{36BEAFDB-82E0-435C-9D5D-B1EB9A196080}" type="pres">
      <dgm:prSet presAssocID="{14DCC6E9-11EF-4BBC-B6BA-26A851BE1A7D}" presName="tx1" presStyleLbl="revTx" presStyleIdx="0" presStyleCnt="3"/>
      <dgm:spPr/>
    </dgm:pt>
    <dgm:pt modelId="{2CD78740-7B67-4132-95F6-393D620FDC50}" type="pres">
      <dgm:prSet presAssocID="{14DCC6E9-11EF-4BBC-B6BA-26A851BE1A7D}" presName="vert1" presStyleCnt="0"/>
      <dgm:spPr/>
    </dgm:pt>
    <dgm:pt modelId="{691348FC-B951-47CF-BE94-D6ECB118BF1B}" type="pres">
      <dgm:prSet presAssocID="{235A6D6B-005F-4446-BD1B-BBCF6C24A02F}" presName="thickLine" presStyleLbl="alignNode1" presStyleIdx="1" presStyleCnt="3"/>
      <dgm:spPr/>
    </dgm:pt>
    <dgm:pt modelId="{D4F5E41C-F85A-412C-9E1A-C7507BF4133B}" type="pres">
      <dgm:prSet presAssocID="{235A6D6B-005F-4446-BD1B-BBCF6C24A02F}" presName="horz1" presStyleCnt="0"/>
      <dgm:spPr/>
    </dgm:pt>
    <dgm:pt modelId="{A5CFAF4A-1A62-4B13-A228-E15DBDB8464B}" type="pres">
      <dgm:prSet presAssocID="{235A6D6B-005F-4446-BD1B-BBCF6C24A02F}" presName="tx1" presStyleLbl="revTx" presStyleIdx="1" presStyleCnt="3"/>
      <dgm:spPr/>
    </dgm:pt>
    <dgm:pt modelId="{DF355AC1-5385-4542-B313-B1D60C9CA326}" type="pres">
      <dgm:prSet presAssocID="{235A6D6B-005F-4446-BD1B-BBCF6C24A02F}" presName="vert1" presStyleCnt="0"/>
      <dgm:spPr/>
    </dgm:pt>
    <dgm:pt modelId="{75F3A6E3-8BCC-4457-9EF7-1369F3CEF376}" type="pres">
      <dgm:prSet presAssocID="{DC43B7B2-7E49-4A81-B6BC-7A96C64A9F27}" presName="thickLine" presStyleLbl="alignNode1" presStyleIdx="2" presStyleCnt="3"/>
      <dgm:spPr/>
    </dgm:pt>
    <dgm:pt modelId="{DAC710D1-F30B-43E5-AA80-653ACB3212C9}" type="pres">
      <dgm:prSet presAssocID="{DC43B7B2-7E49-4A81-B6BC-7A96C64A9F27}" presName="horz1" presStyleCnt="0"/>
      <dgm:spPr/>
    </dgm:pt>
    <dgm:pt modelId="{9C9950E3-A78A-4322-BC26-DF5A177143E3}" type="pres">
      <dgm:prSet presAssocID="{DC43B7B2-7E49-4A81-B6BC-7A96C64A9F27}" presName="tx1" presStyleLbl="revTx" presStyleIdx="2" presStyleCnt="3"/>
      <dgm:spPr/>
    </dgm:pt>
    <dgm:pt modelId="{27EDB3B8-23A4-49BC-8E90-8755CA32B027}" type="pres">
      <dgm:prSet presAssocID="{DC43B7B2-7E49-4A81-B6BC-7A96C64A9F27}" presName="vert1" presStyleCnt="0"/>
      <dgm:spPr/>
    </dgm:pt>
  </dgm:ptLst>
  <dgm:cxnLst>
    <dgm:cxn modelId="{8A2E8323-D2A0-445F-92BA-764DC1B8C227}" type="presOf" srcId="{235A6D6B-005F-4446-BD1B-BBCF6C24A02F}" destId="{A5CFAF4A-1A62-4B13-A228-E15DBDB8464B}" srcOrd="0" destOrd="0" presId="urn:microsoft.com/office/officeart/2008/layout/LinedList"/>
    <dgm:cxn modelId="{B3B74036-9EA2-45D0-9E52-8FC57199DF18}" srcId="{A5EF5D3F-E315-40F0-B4CA-2615E34077A0}" destId="{14DCC6E9-11EF-4BBC-B6BA-26A851BE1A7D}" srcOrd="0" destOrd="0" parTransId="{8C8C14E0-2C66-4D05-BBBD-DDA7DC8CE8F6}" sibTransId="{660CDA1E-E552-45AE-8502-1EC32D14CDCD}"/>
    <dgm:cxn modelId="{B4F0BE5C-0E7E-44B1-9472-8D6F0A3B6D74}" srcId="{A5EF5D3F-E315-40F0-B4CA-2615E34077A0}" destId="{DC43B7B2-7E49-4A81-B6BC-7A96C64A9F27}" srcOrd="2" destOrd="0" parTransId="{FB3786B3-5154-4B03-ADD8-E5CC9CDC9285}" sibTransId="{548AA0B3-5340-4944-AFDE-4347AB4F93BD}"/>
    <dgm:cxn modelId="{B222506E-88E8-4B2D-AD02-CA53942819E6}" type="presOf" srcId="{DC43B7B2-7E49-4A81-B6BC-7A96C64A9F27}" destId="{9C9950E3-A78A-4322-BC26-DF5A177143E3}" srcOrd="0" destOrd="0" presId="urn:microsoft.com/office/officeart/2008/layout/LinedList"/>
    <dgm:cxn modelId="{4FC08378-3798-4AEA-9E03-14A971C35F11}" type="presOf" srcId="{A5EF5D3F-E315-40F0-B4CA-2615E34077A0}" destId="{9D957A7D-DF9A-488C-BE47-EEFF3B6B9AEB}" srcOrd="0" destOrd="0" presId="urn:microsoft.com/office/officeart/2008/layout/LinedList"/>
    <dgm:cxn modelId="{1F0C6CE1-7F30-4632-A54E-41CF536CB293}" type="presOf" srcId="{14DCC6E9-11EF-4BBC-B6BA-26A851BE1A7D}" destId="{36BEAFDB-82E0-435C-9D5D-B1EB9A196080}" srcOrd="0" destOrd="0" presId="urn:microsoft.com/office/officeart/2008/layout/LinedList"/>
    <dgm:cxn modelId="{7D05CAF5-ADF1-4194-A8F6-53C42A6A4390}" srcId="{A5EF5D3F-E315-40F0-B4CA-2615E34077A0}" destId="{235A6D6B-005F-4446-BD1B-BBCF6C24A02F}" srcOrd="1" destOrd="0" parTransId="{9B667EEC-E2F2-4D4C-A872-5AC103D2FB93}" sibTransId="{8DD039E6-C463-4B27-8E8D-E30159EB96FA}"/>
    <dgm:cxn modelId="{501A4453-A6BE-4EE3-BEEA-ADB81D07F195}" type="presParOf" srcId="{9D957A7D-DF9A-488C-BE47-EEFF3B6B9AEB}" destId="{716182AF-1D4A-4283-BCE1-849F3D275370}" srcOrd="0" destOrd="0" presId="urn:microsoft.com/office/officeart/2008/layout/LinedList"/>
    <dgm:cxn modelId="{76E4FBDE-A8F6-4E14-BACB-BADDF7F8E36D}" type="presParOf" srcId="{9D957A7D-DF9A-488C-BE47-EEFF3B6B9AEB}" destId="{A0C1DBB5-394D-4897-BABF-EFE62F654A22}" srcOrd="1" destOrd="0" presId="urn:microsoft.com/office/officeart/2008/layout/LinedList"/>
    <dgm:cxn modelId="{63A01782-ADAD-4265-B301-863AC4A17C4D}" type="presParOf" srcId="{A0C1DBB5-394D-4897-BABF-EFE62F654A22}" destId="{36BEAFDB-82E0-435C-9D5D-B1EB9A196080}" srcOrd="0" destOrd="0" presId="urn:microsoft.com/office/officeart/2008/layout/LinedList"/>
    <dgm:cxn modelId="{96477D46-E073-4CD7-8322-2288075EE1BE}" type="presParOf" srcId="{A0C1DBB5-394D-4897-BABF-EFE62F654A22}" destId="{2CD78740-7B67-4132-95F6-393D620FDC50}" srcOrd="1" destOrd="0" presId="urn:microsoft.com/office/officeart/2008/layout/LinedList"/>
    <dgm:cxn modelId="{35BF78B6-7F3B-464D-B020-30E687E1F1E7}" type="presParOf" srcId="{9D957A7D-DF9A-488C-BE47-EEFF3B6B9AEB}" destId="{691348FC-B951-47CF-BE94-D6ECB118BF1B}" srcOrd="2" destOrd="0" presId="urn:microsoft.com/office/officeart/2008/layout/LinedList"/>
    <dgm:cxn modelId="{59897CF8-50C1-42BE-A44B-BCE896C1CD74}" type="presParOf" srcId="{9D957A7D-DF9A-488C-BE47-EEFF3B6B9AEB}" destId="{D4F5E41C-F85A-412C-9E1A-C7507BF4133B}" srcOrd="3" destOrd="0" presId="urn:microsoft.com/office/officeart/2008/layout/LinedList"/>
    <dgm:cxn modelId="{3CA121C3-271D-4E91-8F28-7CDD730F67F3}" type="presParOf" srcId="{D4F5E41C-F85A-412C-9E1A-C7507BF4133B}" destId="{A5CFAF4A-1A62-4B13-A228-E15DBDB8464B}" srcOrd="0" destOrd="0" presId="urn:microsoft.com/office/officeart/2008/layout/LinedList"/>
    <dgm:cxn modelId="{8075C194-08FF-4410-9E97-DBC757A7F280}" type="presParOf" srcId="{D4F5E41C-F85A-412C-9E1A-C7507BF4133B}" destId="{DF355AC1-5385-4542-B313-B1D60C9CA326}" srcOrd="1" destOrd="0" presId="urn:microsoft.com/office/officeart/2008/layout/LinedList"/>
    <dgm:cxn modelId="{00A15035-BA13-4EC1-8446-2E8FA57F921F}" type="presParOf" srcId="{9D957A7D-DF9A-488C-BE47-EEFF3B6B9AEB}" destId="{75F3A6E3-8BCC-4457-9EF7-1369F3CEF376}" srcOrd="4" destOrd="0" presId="urn:microsoft.com/office/officeart/2008/layout/LinedList"/>
    <dgm:cxn modelId="{A215AB89-61E3-426E-A0C1-673759B2A76E}" type="presParOf" srcId="{9D957A7D-DF9A-488C-BE47-EEFF3B6B9AEB}" destId="{DAC710D1-F30B-43E5-AA80-653ACB3212C9}" srcOrd="5" destOrd="0" presId="urn:microsoft.com/office/officeart/2008/layout/LinedList"/>
    <dgm:cxn modelId="{E1C77A30-DCF2-46FD-89C9-846F55951BBF}" type="presParOf" srcId="{DAC710D1-F30B-43E5-AA80-653ACB3212C9}" destId="{9C9950E3-A78A-4322-BC26-DF5A177143E3}" srcOrd="0" destOrd="0" presId="urn:microsoft.com/office/officeart/2008/layout/LinedList"/>
    <dgm:cxn modelId="{A86BD5CD-CD3C-4744-84A9-FAFE873A95B0}" type="presParOf" srcId="{DAC710D1-F30B-43E5-AA80-653ACB3212C9}" destId="{27EDB3B8-23A4-49BC-8E90-8755CA32B0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8AAD021-9B6A-4C25-A170-8138083D3FBA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C7A1864-AD35-4875-AD93-B628ACE81F49}">
      <dgm:prSet/>
      <dgm:spPr/>
      <dgm:t>
        <a:bodyPr/>
        <a:lstStyle/>
        <a:p>
          <a:r>
            <a:rPr lang="en-US"/>
            <a:t>Benefits extend to global finance and other regulated sectors.</a:t>
          </a:r>
        </a:p>
      </dgm:t>
    </dgm:pt>
    <dgm:pt modelId="{5644305F-F766-44A7-BC3F-E24287668287}" type="parTrans" cxnId="{3E6357C9-91E8-4C78-B72F-E0A1B5E968B5}">
      <dgm:prSet/>
      <dgm:spPr/>
      <dgm:t>
        <a:bodyPr/>
        <a:lstStyle/>
        <a:p>
          <a:endParaRPr lang="en-US"/>
        </a:p>
      </dgm:t>
    </dgm:pt>
    <dgm:pt modelId="{32D52617-4318-4992-9D13-7F9D2A887114}" type="sibTrans" cxnId="{3E6357C9-91E8-4C78-B72F-E0A1B5E968B5}">
      <dgm:prSet/>
      <dgm:spPr/>
      <dgm:t>
        <a:bodyPr/>
        <a:lstStyle/>
        <a:p>
          <a:endParaRPr lang="en-US"/>
        </a:p>
      </dgm:t>
    </dgm:pt>
    <dgm:pt modelId="{4FD215AB-AE58-4B2B-A2C4-D67489332257}">
      <dgm:prSet/>
      <dgm:spPr/>
      <dgm:t>
        <a:bodyPr/>
        <a:lstStyle/>
        <a:p>
          <a:r>
            <a:rPr lang="en-US"/>
            <a:t>Combination of academic rigor and enterprise-scale validation.</a:t>
          </a:r>
        </a:p>
      </dgm:t>
    </dgm:pt>
    <dgm:pt modelId="{2D040520-3CB7-4D41-80B3-749682B375C6}" type="parTrans" cxnId="{A62339E6-319D-44C1-992C-2446AF69BC0D}">
      <dgm:prSet/>
      <dgm:spPr/>
      <dgm:t>
        <a:bodyPr/>
        <a:lstStyle/>
        <a:p>
          <a:endParaRPr lang="en-US"/>
        </a:p>
      </dgm:t>
    </dgm:pt>
    <dgm:pt modelId="{131CA030-C1C9-42E4-A03D-5B61CC9E76FE}" type="sibTrans" cxnId="{A62339E6-319D-44C1-992C-2446AF69BC0D}">
      <dgm:prSet/>
      <dgm:spPr/>
      <dgm:t>
        <a:bodyPr/>
        <a:lstStyle/>
        <a:p>
          <a:endParaRPr lang="en-US"/>
        </a:p>
      </dgm:t>
    </dgm:pt>
    <dgm:pt modelId="{42AD5A4B-3153-4CBB-AC20-6D7BB2A5A8DE}" type="pres">
      <dgm:prSet presAssocID="{B8AAD021-9B6A-4C25-A170-8138083D3FBA}" presName="diagram" presStyleCnt="0">
        <dgm:presLayoutVars>
          <dgm:dir/>
          <dgm:resizeHandles val="exact"/>
        </dgm:presLayoutVars>
      </dgm:prSet>
      <dgm:spPr/>
    </dgm:pt>
    <dgm:pt modelId="{5745EC65-FB1D-4C1E-B2B2-DE249235AAFF}" type="pres">
      <dgm:prSet presAssocID="{8C7A1864-AD35-4875-AD93-B628ACE81F49}" presName="node" presStyleLbl="node1" presStyleIdx="0" presStyleCnt="2">
        <dgm:presLayoutVars>
          <dgm:bulletEnabled val="1"/>
        </dgm:presLayoutVars>
      </dgm:prSet>
      <dgm:spPr/>
    </dgm:pt>
    <dgm:pt modelId="{37D01406-E727-4B79-8FE2-F9B6C1386BC9}" type="pres">
      <dgm:prSet presAssocID="{32D52617-4318-4992-9D13-7F9D2A887114}" presName="sibTrans" presStyleCnt="0"/>
      <dgm:spPr/>
    </dgm:pt>
    <dgm:pt modelId="{59AEB334-5853-4324-8BB5-BEF1F84E9F68}" type="pres">
      <dgm:prSet presAssocID="{4FD215AB-AE58-4B2B-A2C4-D67489332257}" presName="node" presStyleLbl="node1" presStyleIdx="1" presStyleCnt="2">
        <dgm:presLayoutVars>
          <dgm:bulletEnabled val="1"/>
        </dgm:presLayoutVars>
      </dgm:prSet>
      <dgm:spPr/>
    </dgm:pt>
  </dgm:ptLst>
  <dgm:cxnLst>
    <dgm:cxn modelId="{2831A512-9F1D-479B-9917-72623A1C99A8}" type="presOf" srcId="{8C7A1864-AD35-4875-AD93-B628ACE81F49}" destId="{5745EC65-FB1D-4C1E-B2B2-DE249235AAFF}" srcOrd="0" destOrd="0" presId="urn:microsoft.com/office/officeart/2005/8/layout/default"/>
    <dgm:cxn modelId="{2DCA1D8C-E1DA-4190-9215-96BE47143519}" type="presOf" srcId="{B8AAD021-9B6A-4C25-A170-8138083D3FBA}" destId="{42AD5A4B-3153-4CBB-AC20-6D7BB2A5A8DE}" srcOrd="0" destOrd="0" presId="urn:microsoft.com/office/officeart/2005/8/layout/default"/>
    <dgm:cxn modelId="{007103C4-9FAD-42EA-87DF-36B085F4F79A}" type="presOf" srcId="{4FD215AB-AE58-4B2B-A2C4-D67489332257}" destId="{59AEB334-5853-4324-8BB5-BEF1F84E9F68}" srcOrd="0" destOrd="0" presId="urn:microsoft.com/office/officeart/2005/8/layout/default"/>
    <dgm:cxn modelId="{3E6357C9-91E8-4C78-B72F-E0A1B5E968B5}" srcId="{B8AAD021-9B6A-4C25-A170-8138083D3FBA}" destId="{8C7A1864-AD35-4875-AD93-B628ACE81F49}" srcOrd="0" destOrd="0" parTransId="{5644305F-F766-44A7-BC3F-E24287668287}" sibTransId="{32D52617-4318-4992-9D13-7F9D2A887114}"/>
    <dgm:cxn modelId="{A62339E6-319D-44C1-992C-2446AF69BC0D}" srcId="{B8AAD021-9B6A-4C25-A170-8138083D3FBA}" destId="{4FD215AB-AE58-4B2B-A2C4-D67489332257}" srcOrd="1" destOrd="0" parTransId="{2D040520-3CB7-4D41-80B3-749682B375C6}" sibTransId="{131CA030-C1C9-42E4-A03D-5B61CC9E76FE}"/>
    <dgm:cxn modelId="{6DF76D73-43E7-47BB-A11B-53BCD5BA638E}" type="presParOf" srcId="{42AD5A4B-3153-4CBB-AC20-6D7BB2A5A8DE}" destId="{5745EC65-FB1D-4C1E-B2B2-DE249235AAFF}" srcOrd="0" destOrd="0" presId="urn:microsoft.com/office/officeart/2005/8/layout/default"/>
    <dgm:cxn modelId="{E31B0558-684E-40C4-9401-EADCB1057854}" type="presParOf" srcId="{42AD5A4B-3153-4CBB-AC20-6D7BB2A5A8DE}" destId="{37D01406-E727-4B79-8FE2-F9B6C1386BC9}" srcOrd="1" destOrd="0" presId="urn:microsoft.com/office/officeart/2005/8/layout/default"/>
    <dgm:cxn modelId="{DD2E2D69-6CE5-4708-8965-08F1B54B4DBB}" type="presParOf" srcId="{42AD5A4B-3153-4CBB-AC20-6D7BB2A5A8DE}" destId="{59AEB334-5853-4324-8BB5-BEF1F84E9F6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4CCF508-F88E-41A6-A595-D48B1037DCCB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CCD44EB-77A7-47AC-9BE2-135CA96C3983}">
      <dgm:prSet/>
      <dgm:spPr/>
      <dgm:t>
        <a:bodyPr/>
        <a:lstStyle/>
        <a:p>
          <a:r>
            <a:rPr lang="en-US" dirty="0"/>
            <a:t>Thank you</a:t>
          </a:r>
        </a:p>
      </dgm:t>
    </dgm:pt>
    <dgm:pt modelId="{D6299566-E27F-4AF5-90CB-4FAAA5116B89}" type="parTrans" cxnId="{6B6AF29C-E3D2-407B-AB3D-0353F8B3BA11}">
      <dgm:prSet/>
      <dgm:spPr/>
      <dgm:t>
        <a:bodyPr/>
        <a:lstStyle/>
        <a:p>
          <a:endParaRPr lang="en-US"/>
        </a:p>
      </dgm:t>
    </dgm:pt>
    <dgm:pt modelId="{E7F2AAFA-FF04-49FD-BDC5-D09E1157B24A}" type="sibTrans" cxnId="{6B6AF29C-E3D2-407B-AB3D-0353F8B3BA11}">
      <dgm:prSet/>
      <dgm:spPr/>
      <dgm:t>
        <a:bodyPr/>
        <a:lstStyle/>
        <a:p>
          <a:endParaRPr lang="en-US"/>
        </a:p>
      </dgm:t>
    </dgm:pt>
    <dgm:pt modelId="{EF91C262-5094-41FA-97A2-45A61BF1642A}">
      <dgm:prSet/>
      <dgm:spPr/>
      <dgm:t>
        <a:bodyPr/>
        <a:lstStyle/>
        <a:p>
          <a:r>
            <a:rPr lang="en-US" dirty="0"/>
            <a:t>Contact: [sasichanthati@gmail.com]</a:t>
          </a:r>
        </a:p>
        <a:p>
          <a:r>
            <a:rPr lang="en-US" dirty="0"/>
            <a:t>https://www.linkedin.com/in/sasibhushanchanthati/</a:t>
          </a:r>
        </a:p>
      </dgm:t>
    </dgm:pt>
    <dgm:pt modelId="{D13FD1EB-7E8D-463A-9908-3485F5FC588A}" type="parTrans" cxnId="{E5190FB4-8791-4FBE-823F-3EA4EE84681E}">
      <dgm:prSet/>
      <dgm:spPr/>
      <dgm:t>
        <a:bodyPr/>
        <a:lstStyle/>
        <a:p>
          <a:endParaRPr lang="en-US"/>
        </a:p>
      </dgm:t>
    </dgm:pt>
    <dgm:pt modelId="{F35A9683-7106-40E7-985E-0C6BF56F21A6}" type="sibTrans" cxnId="{E5190FB4-8791-4FBE-823F-3EA4EE84681E}">
      <dgm:prSet/>
      <dgm:spPr/>
      <dgm:t>
        <a:bodyPr/>
        <a:lstStyle/>
        <a:p>
          <a:endParaRPr lang="en-US"/>
        </a:p>
      </dgm:t>
    </dgm:pt>
    <dgm:pt modelId="{0E985792-7F13-4B72-8066-EC6A63A04547}" type="pres">
      <dgm:prSet presAssocID="{64CCF508-F88E-41A6-A595-D48B1037DCCB}" presName="linear" presStyleCnt="0">
        <dgm:presLayoutVars>
          <dgm:animLvl val="lvl"/>
          <dgm:resizeHandles val="exact"/>
        </dgm:presLayoutVars>
      </dgm:prSet>
      <dgm:spPr/>
    </dgm:pt>
    <dgm:pt modelId="{4FB18C47-8906-4D77-A10B-5C47E524BF68}" type="pres">
      <dgm:prSet presAssocID="{4CCD44EB-77A7-47AC-9BE2-135CA96C39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7308BC-5AF8-4C2F-B051-0C3DE22BC7ED}" type="pres">
      <dgm:prSet presAssocID="{E7F2AAFA-FF04-49FD-BDC5-D09E1157B24A}" presName="spacer" presStyleCnt="0"/>
      <dgm:spPr/>
    </dgm:pt>
    <dgm:pt modelId="{BF8FB655-902A-4B37-A7CA-ADC51B323F91}" type="pres">
      <dgm:prSet presAssocID="{EF91C262-5094-41FA-97A2-45A61BF1642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082310A-64AD-4883-BE6E-086C8D49ED68}" type="presOf" srcId="{EF91C262-5094-41FA-97A2-45A61BF1642A}" destId="{BF8FB655-902A-4B37-A7CA-ADC51B323F91}" srcOrd="0" destOrd="0" presId="urn:microsoft.com/office/officeart/2005/8/layout/vList2"/>
    <dgm:cxn modelId="{B9C24D8C-CF27-4E4D-9F2D-B4FA4F79F84B}" type="presOf" srcId="{4CCD44EB-77A7-47AC-9BE2-135CA96C3983}" destId="{4FB18C47-8906-4D77-A10B-5C47E524BF68}" srcOrd="0" destOrd="0" presId="urn:microsoft.com/office/officeart/2005/8/layout/vList2"/>
    <dgm:cxn modelId="{6B6AF29C-E3D2-407B-AB3D-0353F8B3BA11}" srcId="{64CCF508-F88E-41A6-A595-D48B1037DCCB}" destId="{4CCD44EB-77A7-47AC-9BE2-135CA96C3983}" srcOrd="0" destOrd="0" parTransId="{D6299566-E27F-4AF5-90CB-4FAAA5116B89}" sibTransId="{E7F2AAFA-FF04-49FD-BDC5-D09E1157B24A}"/>
    <dgm:cxn modelId="{87BF9FAC-345E-4F90-B4C6-B51A35119A69}" type="presOf" srcId="{64CCF508-F88E-41A6-A595-D48B1037DCCB}" destId="{0E985792-7F13-4B72-8066-EC6A63A04547}" srcOrd="0" destOrd="0" presId="urn:microsoft.com/office/officeart/2005/8/layout/vList2"/>
    <dgm:cxn modelId="{E5190FB4-8791-4FBE-823F-3EA4EE84681E}" srcId="{64CCF508-F88E-41A6-A595-D48B1037DCCB}" destId="{EF91C262-5094-41FA-97A2-45A61BF1642A}" srcOrd="1" destOrd="0" parTransId="{D13FD1EB-7E8D-463A-9908-3485F5FC588A}" sibTransId="{F35A9683-7106-40E7-985E-0C6BF56F21A6}"/>
    <dgm:cxn modelId="{FBD4E7C7-5139-4DB7-93F8-A5403846F14B}" type="presParOf" srcId="{0E985792-7F13-4B72-8066-EC6A63A04547}" destId="{4FB18C47-8906-4D77-A10B-5C47E524BF68}" srcOrd="0" destOrd="0" presId="urn:microsoft.com/office/officeart/2005/8/layout/vList2"/>
    <dgm:cxn modelId="{99783D99-2FBB-46BA-92FE-80CB751B4778}" type="presParOf" srcId="{0E985792-7F13-4B72-8066-EC6A63A04547}" destId="{A37308BC-5AF8-4C2F-B051-0C3DE22BC7ED}" srcOrd="1" destOrd="0" presId="urn:microsoft.com/office/officeart/2005/8/layout/vList2"/>
    <dgm:cxn modelId="{29A4C36E-402E-46B0-BD14-7C106CB1F470}" type="presParOf" srcId="{0E985792-7F13-4B72-8066-EC6A63A04547}" destId="{BF8FB655-902A-4B37-A7CA-ADC51B323F9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4917F-184B-4F68-B057-51E6EC59BF29}">
      <dsp:nvSpPr>
        <dsp:cNvPr id="0" name=""/>
        <dsp:cNvSpPr/>
      </dsp:nvSpPr>
      <dsp:spPr>
        <a:xfrm>
          <a:off x="0" y="1591"/>
          <a:ext cx="768478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E8AF18-0BFA-4D0B-91AC-186D3797E914}">
      <dsp:nvSpPr>
        <dsp:cNvPr id="0" name=""/>
        <dsp:cNvSpPr/>
      </dsp:nvSpPr>
      <dsp:spPr>
        <a:xfrm>
          <a:off x="0" y="1591"/>
          <a:ext cx="7684788" cy="108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Regulatory Overload</a:t>
          </a:r>
          <a:br>
            <a:rPr lang="en-US" sz="2100" b="0" i="0" kern="1200" baseline="0" dirty="0"/>
          </a:br>
          <a:r>
            <a:rPr lang="en-US" sz="2100" b="0" i="0" kern="1200" baseline="0" dirty="0"/>
            <a:t>Complex and evolving compliance mandates (GDPR, SOX, DORA) increase operational overhead and require constant auditing.</a:t>
          </a:r>
          <a:endParaRPr lang="en-US" sz="2100" kern="1200" dirty="0"/>
        </a:p>
      </dsp:txBody>
      <dsp:txXfrm>
        <a:off x="0" y="1591"/>
        <a:ext cx="7684788" cy="1085734"/>
      </dsp:txXfrm>
    </dsp:sp>
    <dsp:sp modelId="{914FBA98-FBD5-42BB-8169-692D584BBCAB}">
      <dsp:nvSpPr>
        <dsp:cNvPr id="0" name=""/>
        <dsp:cNvSpPr/>
      </dsp:nvSpPr>
      <dsp:spPr>
        <a:xfrm>
          <a:off x="0" y="1087326"/>
          <a:ext cx="768478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DAB93F-00B3-46D4-BF84-8C3C45000942}">
      <dsp:nvSpPr>
        <dsp:cNvPr id="0" name=""/>
        <dsp:cNvSpPr/>
      </dsp:nvSpPr>
      <dsp:spPr>
        <a:xfrm>
          <a:off x="0" y="1087326"/>
          <a:ext cx="7684788" cy="108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Approval Bottlenecks</a:t>
          </a:r>
          <a:br>
            <a:rPr lang="en-US" sz="2100" b="0" i="0" kern="1200" baseline="0" dirty="0"/>
          </a:br>
          <a:r>
            <a:rPr lang="en-US" sz="2100" b="0" i="0" kern="1200" baseline="0" dirty="0"/>
            <a:t>Lengthy and </a:t>
          </a:r>
          <a:r>
            <a:rPr lang="en-US" sz="2100" b="1" i="0" kern="1200" baseline="0" dirty="0"/>
            <a:t>inefficient approval cycles</a:t>
          </a:r>
          <a:r>
            <a:rPr lang="en-US" sz="2100" b="0" i="0" kern="1200" baseline="0" dirty="0"/>
            <a:t> slow investment decisions, impacting time-to-market for financial products.</a:t>
          </a:r>
          <a:endParaRPr lang="en-US" sz="2100" kern="1200" dirty="0"/>
        </a:p>
      </dsp:txBody>
      <dsp:txXfrm>
        <a:off x="0" y="1087326"/>
        <a:ext cx="7684788" cy="1085734"/>
      </dsp:txXfrm>
    </dsp:sp>
    <dsp:sp modelId="{ECCD3215-9E73-4919-9896-2F5479FB2C2D}">
      <dsp:nvSpPr>
        <dsp:cNvPr id="0" name=""/>
        <dsp:cNvSpPr/>
      </dsp:nvSpPr>
      <dsp:spPr>
        <a:xfrm>
          <a:off x="0" y="2173061"/>
          <a:ext cx="768478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D0CE35-6905-410F-87D3-69530119B753}">
      <dsp:nvSpPr>
        <dsp:cNvPr id="0" name=""/>
        <dsp:cNvSpPr/>
      </dsp:nvSpPr>
      <dsp:spPr>
        <a:xfrm>
          <a:off x="0" y="2173061"/>
          <a:ext cx="7684788" cy="108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Data Silos</a:t>
          </a:r>
          <a:br>
            <a:rPr lang="en-US" sz="2100" b="0" i="0" kern="1200" baseline="0" dirty="0"/>
          </a:br>
          <a:r>
            <a:rPr lang="en-US" sz="2100" b="1" i="0" kern="1200" baseline="0" dirty="0"/>
            <a:t>Fragmented data</a:t>
          </a:r>
          <a:r>
            <a:rPr lang="en-US" sz="2100" b="0" i="0" kern="1200" baseline="0" dirty="0"/>
            <a:t> spread across multiple legacy systems hinders real-time analysis and increases error risk.</a:t>
          </a:r>
          <a:endParaRPr lang="en-US" sz="2100" kern="1200" dirty="0"/>
        </a:p>
      </dsp:txBody>
      <dsp:txXfrm>
        <a:off x="0" y="2173061"/>
        <a:ext cx="7684788" cy="1085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B315C-77EB-484D-B235-166CC34C847B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AC8F36-2754-419E-BC15-2D037FBCBB7C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Comprehensive AI-powered financial modernization framework.</a:t>
          </a:r>
        </a:p>
      </dsp:txBody>
      <dsp:txXfrm>
        <a:off x="0" y="2663"/>
        <a:ext cx="5000124" cy="1816197"/>
      </dsp:txXfrm>
    </dsp:sp>
    <dsp:sp modelId="{81B4DAEE-D3DF-47B5-BE07-8320FBFC9EF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D366F0-1932-4D81-9CE4-540C09B0C4CB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Integration of LLMs, Vector DB, Kafka, ServiceNow, and Zero Trust security.</a:t>
          </a:r>
        </a:p>
      </dsp:txBody>
      <dsp:txXfrm>
        <a:off x="0" y="1818861"/>
        <a:ext cx="5000124" cy="1816197"/>
      </dsp:txXfrm>
    </dsp:sp>
    <dsp:sp modelId="{8AE99EC2-AD28-4CF9-A843-02CDB84CE6B7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B51A0C-D5E5-4B16-A947-C26BA2B91844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Designed for scalability, compliance, and operational efficiency.</a:t>
          </a:r>
        </a:p>
      </dsp:txBody>
      <dsp:txXfrm>
        <a:off x="0" y="3635058"/>
        <a:ext cx="5000124" cy="18161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E0965-849B-498D-8DBC-2A5F51278F69}">
      <dsp:nvSpPr>
        <dsp:cNvPr id="0" name=""/>
        <dsp:cNvSpPr/>
      </dsp:nvSpPr>
      <dsp:spPr>
        <a:xfrm>
          <a:off x="0" y="623730"/>
          <a:ext cx="5175384" cy="20896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Custom Glide APIs, business rules, and scoped applications.</a:t>
          </a:r>
        </a:p>
      </dsp:txBody>
      <dsp:txXfrm>
        <a:off x="102007" y="725737"/>
        <a:ext cx="4971370" cy="1885605"/>
      </dsp:txXfrm>
    </dsp:sp>
    <dsp:sp modelId="{43FC94C7-D5D7-498D-B64A-6E4FC8E0711A}">
      <dsp:nvSpPr>
        <dsp:cNvPr id="0" name=""/>
        <dsp:cNvSpPr/>
      </dsp:nvSpPr>
      <dsp:spPr>
        <a:xfrm>
          <a:off x="0" y="2822790"/>
          <a:ext cx="5175384" cy="208961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Automated investment reviews, risk controls, and compliance checks.</a:t>
          </a:r>
        </a:p>
      </dsp:txBody>
      <dsp:txXfrm>
        <a:off x="102007" y="2924797"/>
        <a:ext cx="4971370" cy="18856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1E64E-4A61-41E6-B85F-355DB05B5052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F31FF-05F6-42B8-9681-BC7A0EDAB010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Integration of LangChain with cloud-native microservices.</a:t>
          </a:r>
        </a:p>
      </dsp:txBody>
      <dsp:txXfrm>
        <a:off x="0" y="0"/>
        <a:ext cx="5175384" cy="2768070"/>
      </dsp:txXfrm>
    </dsp:sp>
    <dsp:sp modelId="{8DB881B5-9911-43CC-B49E-9602FE9B9451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ABA02-A544-4C07-9BC6-AFB52F6579B4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Real-time asset valuation, AML detection, and ESG scoring.</a:t>
          </a:r>
        </a:p>
      </dsp:txBody>
      <dsp:txXfrm>
        <a:off x="0" y="2768070"/>
        <a:ext cx="5175384" cy="2768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BC5C2-9AD6-42BF-B9EC-29871B65D40B}">
      <dsp:nvSpPr>
        <dsp:cNvPr id="0" name=""/>
        <dsp:cNvSpPr/>
      </dsp:nvSpPr>
      <dsp:spPr>
        <a:xfrm>
          <a:off x="0" y="623730"/>
          <a:ext cx="5175384" cy="20896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Semantic embeddings stored in vector search engines.</a:t>
          </a:r>
        </a:p>
      </dsp:txBody>
      <dsp:txXfrm>
        <a:off x="102007" y="725737"/>
        <a:ext cx="4971370" cy="1885605"/>
      </dsp:txXfrm>
    </dsp:sp>
    <dsp:sp modelId="{B01F2F6A-02AA-4FDC-9DD2-5A211D7974AE}">
      <dsp:nvSpPr>
        <dsp:cNvPr id="0" name=""/>
        <dsp:cNvSpPr/>
      </dsp:nvSpPr>
      <dsp:spPr>
        <a:xfrm>
          <a:off x="0" y="2822790"/>
          <a:ext cx="5175384" cy="208961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Enables dynamic, context-aware querying for financial analysis.</a:t>
          </a:r>
        </a:p>
      </dsp:txBody>
      <dsp:txXfrm>
        <a:off x="102007" y="2924797"/>
        <a:ext cx="4971370" cy="18856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593B0-29C8-4B1B-9ABC-5C13953331DF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06D18-193D-402A-B912-2B6B5B3388EE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Federated ingestion pipelines for multi-source transaction data.</a:t>
          </a:r>
        </a:p>
      </dsp:txBody>
      <dsp:txXfrm>
        <a:off x="0" y="0"/>
        <a:ext cx="5175384" cy="2768070"/>
      </dsp:txXfrm>
    </dsp:sp>
    <dsp:sp modelId="{56E46A85-CC33-4BB9-8653-66A38EB9CE4C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B216B-50D0-4431-A7F7-BE97F2C19DF4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Low-latency access enabling real-time analytics.</a:t>
          </a:r>
        </a:p>
      </dsp:txBody>
      <dsp:txXfrm>
        <a:off x="0" y="2768070"/>
        <a:ext cx="5175384" cy="27680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F292C-8E91-445A-8668-6859A9CE75CC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92F8E-957E-488D-AF06-76231ED35BA6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Role-based access control and compliance modules in OPA/Rego.</a:t>
          </a:r>
        </a:p>
      </dsp:txBody>
      <dsp:txXfrm>
        <a:off x="0" y="0"/>
        <a:ext cx="5175384" cy="2768070"/>
      </dsp:txXfrm>
    </dsp:sp>
    <dsp:sp modelId="{A6863C97-D503-4E91-AF3A-534D6CD7B286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35D44-4BC0-4DA5-9565-7A1B26FA0EA0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Runtime validation logs for regulatory traceability.</a:t>
          </a:r>
        </a:p>
      </dsp:txBody>
      <dsp:txXfrm>
        <a:off x="0" y="2768070"/>
        <a:ext cx="5175384" cy="27680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182AF-1D4A-4283-BCE1-849F3D27537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EAFDB-82E0-435C-9D5D-B1EB9A196080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47% improvement in SLA adherence for approval cycles.</a:t>
          </a:r>
        </a:p>
      </dsp:txBody>
      <dsp:txXfrm>
        <a:off x="0" y="2703"/>
        <a:ext cx="5175384" cy="1843578"/>
      </dsp:txXfrm>
    </dsp:sp>
    <dsp:sp modelId="{691348FC-B951-47CF-BE94-D6ECB118BF1B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FAF4A-1A62-4B13-A228-E15DBDB8464B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60% reduction in manual intervention via AI workflows.</a:t>
          </a:r>
        </a:p>
      </dsp:txBody>
      <dsp:txXfrm>
        <a:off x="0" y="1846281"/>
        <a:ext cx="5175384" cy="1843578"/>
      </dsp:txXfrm>
    </dsp:sp>
    <dsp:sp modelId="{75F3A6E3-8BCC-4457-9EF7-1369F3CEF376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950E3-A78A-4322-BC26-DF5A177143E3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Full explainability of AI decisions for compliance audits.</a:t>
          </a:r>
        </a:p>
      </dsp:txBody>
      <dsp:txXfrm>
        <a:off x="0" y="3689859"/>
        <a:ext cx="5175384" cy="18435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5EC65-FB1D-4C1E-B2B2-DE249235AAFF}">
      <dsp:nvSpPr>
        <dsp:cNvPr id="0" name=""/>
        <dsp:cNvSpPr/>
      </dsp:nvSpPr>
      <dsp:spPr>
        <a:xfrm>
          <a:off x="459921" y="1969"/>
          <a:ext cx="4255540" cy="2553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Benefits extend to global finance and other regulated sectors.</a:t>
          </a:r>
        </a:p>
      </dsp:txBody>
      <dsp:txXfrm>
        <a:off x="459921" y="1969"/>
        <a:ext cx="4255540" cy="2553324"/>
      </dsp:txXfrm>
    </dsp:sp>
    <dsp:sp modelId="{59AEB334-5853-4324-8BB5-BEF1F84E9F68}">
      <dsp:nvSpPr>
        <dsp:cNvPr id="0" name=""/>
        <dsp:cNvSpPr/>
      </dsp:nvSpPr>
      <dsp:spPr>
        <a:xfrm>
          <a:off x="459921" y="2980847"/>
          <a:ext cx="4255540" cy="2553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Combination of academic rigor and enterprise-scale validation.</a:t>
          </a:r>
        </a:p>
      </dsp:txBody>
      <dsp:txXfrm>
        <a:off x="459921" y="2980847"/>
        <a:ext cx="4255540" cy="25533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18C47-8906-4D77-A10B-5C47E524BF68}">
      <dsp:nvSpPr>
        <dsp:cNvPr id="0" name=""/>
        <dsp:cNvSpPr/>
      </dsp:nvSpPr>
      <dsp:spPr>
        <a:xfrm>
          <a:off x="0" y="545622"/>
          <a:ext cx="4044341" cy="6400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Thank you</a:t>
          </a:r>
        </a:p>
      </dsp:txBody>
      <dsp:txXfrm>
        <a:off x="31247" y="576869"/>
        <a:ext cx="3981847" cy="577605"/>
      </dsp:txXfrm>
    </dsp:sp>
    <dsp:sp modelId="{BF8FB655-902A-4B37-A7CA-ADC51B323F91}">
      <dsp:nvSpPr>
        <dsp:cNvPr id="0" name=""/>
        <dsp:cNvSpPr/>
      </dsp:nvSpPr>
      <dsp:spPr>
        <a:xfrm>
          <a:off x="0" y="1226042"/>
          <a:ext cx="4044341" cy="6400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Contact: [sasichanthati@gmail.com]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https://www.linkedin.com/in/sasibhushanchanthati/</a:t>
          </a:r>
        </a:p>
      </dsp:txBody>
      <dsp:txXfrm>
        <a:off x="31247" y="1257289"/>
        <a:ext cx="3981847" cy="577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40652C6D-5640-442A-8FAA-0A253F4AE16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03350" y="1160463"/>
            <a:ext cx="4178300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EE82EB68-565E-44BF-97E8-3544A4E38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8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2961-106F-6B02-57D0-743E05F9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7FB15-5728-1068-5F87-16E42A3AE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90F7C-8490-00EE-FFF3-761D1951F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32B31-8680-5234-8C70-8257F5DC4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2EB68-565E-44BF-97E8-3544A4E38D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1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2EB68-565E-44BF-97E8-3544A4E38D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46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2EB68-565E-44BF-97E8-3544A4E38D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57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2EB68-565E-44BF-97E8-3544A4E38D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96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2EB68-565E-44BF-97E8-3544A4E38D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23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A1AA-C384-46C3-BD45-9D7345099A00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F0B-B593-405C-84D4-8948EFEDCB9B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D2E1-D922-43C6-A9A8-AED2B9E29083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DDC6-52D6-4D1E-91B5-F04B1DAE272B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B278F-2BB7-430B-A45E-F82355CB1610}" type="datetime1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48CB-DF6B-4185-808B-B1BCAB1ABD11}" type="datetime1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EBAFA-DDAC-4124-88CB-D9D8C5B6B455}" type="datetime1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7B49-F44D-4B4D-9AA6-FDC7A5DDCBFB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A5B0-080F-47B6-96B1-7150F39C8BD8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150A-06DC-43A7-BAAF-A4C5D56A61DF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F2A5A-1D7E-4007-9CEE-B897B8BDF376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0E1C7-A669-44B9-8740-DC1C2A1018D5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 @ SASIBHUSHAN RAO CAHNATHATI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434" y="1588640"/>
            <a:ext cx="8742731" cy="8483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dirty="0">
                <a:solidFill>
                  <a:schemeClr val="tx2"/>
                </a:solidFill>
              </a:rPr>
              <a:t>Architecting Next-Gen Financial Systems with AI and Cloud-Native Microservices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9434" y="2613770"/>
            <a:ext cx="8070939" cy="26665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IEEE AIC 2025 – 4th IEEE World Conference on Applied Intelligence and Computing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 July 26–27, 2025</a:t>
            </a:r>
          </a:p>
          <a:p>
            <a:pPr algn="l" defTabSz="914400"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Mr. Sasibhushan Rao Chanthati, 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Senior Member IEEE – Baltimore Section.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AVP Sr. Software Engineer, T. Rowe Price, MD, USA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CD38D-77A2-AC03-0AAE-1E92B217D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" y="5838058"/>
            <a:ext cx="3286439" cy="1019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4E15C-34AE-552C-BB4D-20C960DF6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81" y="5758480"/>
            <a:ext cx="3052119" cy="10995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E30A03-F071-7A98-D3EF-13F39BB7D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40" y="-4155"/>
            <a:ext cx="7858125" cy="14097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100A2-93AD-3FDD-312B-400E8EE7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COPY @ SASIBHUSHAN RAO CAHNATHATI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45050-41F4-EBF4-D47B-A08493B5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5FBFB12F-C43A-B6C4-98FD-B16B90BBC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4197B78-1AD8-3D27-948C-2BD02257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7F0B17B-A95D-8BD4-6256-6593A7B4B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86A57818-F1EE-AC78-7D3F-444DAC3A0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9EFC1D-1FE7-E57B-38B6-350A5D2C6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BCAB219-F086-927C-12C7-E419D9943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B8800F-024D-E919-D4D9-D41DEDB45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" y="5838058"/>
            <a:ext cx="3286439" cy="1019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8A483-8310-71EB-12B1-2744F2CCB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81" y="5758480"/>
            <a:ext cx="3052119" cy="10995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09F104-BF07-EA76-FA67-BE8B1F908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40" y="-4155"/>
            <a:ext cx="7858125" cy="14097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75020-CE7E-338F-7525-9EDDB135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186CEC9-00FB-3FB3-751B-88F189641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840" y="1631982"/>
            <a:ext cx="6117853" cy="326239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11" name="Rectangle 2">
            <a:extLst>
              <a:ext uri="{FF2B5EF4-FFF2-40B4-BE49-F238E27FC236}">
                <a16:creationId xmlns:a16="http://schemas.microsoft.com/office/drawing/2014/main" id="{83DE3740-16D3-6431-6784-AEF537C9E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578982"/>
              </p:ext>
            </p:extLst>
          </p:nvPr>
        </p:nvGraphicFramePr>
        <p:xfrm>
          <a:off x="247101" y="2170178"/>
          <a:ext cx="7684788" cy="3260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6461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7907D-709B-68BB-5EA8-F2C68A6D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E51DEEA7-94E3-5BE1-E3A6-6D15DA157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127E363-F6A3-3EB5-E92E-E69ED1AA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1886211" cy="2174333"/>
            <a:chOff x="-305" y="-4155"/>
            <a:chExt cx="2514948" cy="2174333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C6394D8-8299-6380-038F-E9703D4A3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F8EAC6E-DE6A-B39F-B965-51D97D7D06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9E17AA4-5590-CD6E-7433-8CF45CDC2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9FCBD65-1104-4F64-5219-F860CC36E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2BAFAF-9AF7-7818-FC32-B278E0B02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" y="5838058"/>
            <a:ext cx="3286439" cy="1019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14A91-0810-547B-4D93-C8CADC4E5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81" y="5758480"/>
            <a:ext cx="3052119" cy="10995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3AA263-B8BE-A342-B9EE-BB518F245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414" y="-4155"/>
            <a:ext cx="3460780" cy="62084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6940B-D768-47C5-3256-C442D29E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7F5510-26A2-610A-E006-55A4DF500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414" y="616688"/>
            <a:ext cx="90678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1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Innovation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3B4FC0-B165-55F3-84C3-B237D3E6A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96073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E77AA9-AE70-7230-AE2B-338E5D284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D3160-22DF-15EC-BCD2-6271A71B12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292" y="5963414"/>
            <a:ext cx="2483250" cy="89458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B5D2F-BB93-EC3A-38B3-95192351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ServiceNow-Enabled AI Decision Workflows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B8D31F-54AC-324E-24F5-ACAFE67C4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536055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40854AB-E541-90FD-69CA-52D5A08115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38C2A2-690F-136D-D0E8-17FCCD564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FD8D6-E6C0-4C93-8861-6AAF12C1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LLM-Orchestrated Microservices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10B8F7-9E5E-C83D-9A4B-C0C30D2E1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37313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6EE6B74-A0E4-8427-6F4A-7B54749FBB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F3B04D-3BDF-2D5E-8717-A5552EA733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4A97A-5C5B-06C8-4DF7-15F08DBF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DE520-BCBC-63CE-DD43-1D97A8F0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78B253-56FD-F202-7323-CD56397E1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4E27EF2-DE71-5209-BF8D-9B471C215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230E5-65E2-709E-8BE5-CB097CC90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7" y="5816872"/>
            <a:ext cx="3345961" cy="1030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DA756-DA3E-1011-C5EC-8AC92F369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552" y="5838058"/>
            <a:ext cx="3088731" cy="1019942"/>
          </a:xfrm>
          <a:prstGeom prst="rect">
            <a:avLst/>
          </a:prstGeom>
        </p:spPr>
      </p:pic>
      <p:pic>
        <p:nvPicPr>
          <p:cNvPr id="2" name="Picture 1" descr="A_series_of_three_visual_architectural_diagrams_il.png">
            <a:extLst>
              <a:ext uri="{FF2B5EF4-FFF2-40B4-BE49-F238E27FC236}">
                <a16:creationId xmlns:a16="http://schemas.microsoft.com/office/drawing/2014/main" id="{8A1C29E0-A2F9-D0B6-C3FB-142D4CBEC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7" y="95865"/>
            <a:ext cx="9133353" cy="57108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F8B65-3BCF-0095-0F6E-6F3266D6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516140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48F56-150A-3EDC-43EB-D73F234B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2E7136-37AC-7A26-7A1B-7EBC406A5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17FFAD71-EDEB-C99A-B3BE-F7ED16321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8F9CE-6805-EFA3-EE4E-CAC7926D1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7" y="5816872"/>
            <a:ext cx="3345961" cy="1030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4C6B9E-9EBD-D885-C1B0-C46C546C5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552" y="5838058"/>
            <a:ext cx="3088731" cy="1019942"/>
          </a:xfrm>
          <a:prstGeom prst="rect">
            <a:avLst/>
          </a:prstGeom>
        </p:spPr>
      </p:pic>
      <p:pic>
        <p:nvPicPr>
          <p:cNvPr id="12" name="Picture 11" descr="A_screenshot_showcases_three_connected_dashboard_u.png">
            <a:extLst>
              <a:ext uri="{FF2B5EF4-FFF2-40B4-BE49-F238E27FC236}">
                <a16:creationId xmlns:a16="http://schemas.microsoft.com/office/drawing/2014/main" id="{F6CD159C-7DC3-06AA-BFA2-588C758A0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28" y="-180617"/>
            <a:ext cx="9143542" cy="609569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C9F9A3-E04E-043B-2F72-385737BD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233980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Vector Database Fusion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41DFB7-5CF3-4E48-E29C-C1ED98001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03762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6A512F1-EE6F-50E5-70FF-D2C7D4FA2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FB1E3-43F9-62C0-EE35-3EF8B7F2AD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9D9D1-1F94-14A6-7A58-82143D60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9F1D1-B20B-CFDD-F6AC-55EB57D0A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1053" y="172076"/>
            <a:ext cx="8341894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2DD3F3-0AD5-34B3-6ED9-02EBC0CE6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817" y="6115676"/>
            <a:ext cx="2010335" cy="742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482951-98EC-290F-AE78-151F542CC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942" y="6115677"/>
            <a:ext cx="2059402" cy="74189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B34400-32AC-9DF0-A2B3-0CB96ECF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3247702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286957-FDBF-0046-7CC2-3E3654C1F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800272"/>
            <a:ext cx="2414380" cy="887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229C2-BB97-7E95-5D02-98B410D00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09" y="5753420"/>
            <a:ext cx="2343192" cy="9346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1E14A-3BFB-7DC9-BD70-967FF7D8C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572118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478BD7-ECE4-FE41-87FC-873AD061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50" y="169930"/>
            <a:ext cx="7685902" cy="538132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ED81BD-C335-A1F3-24EE-E805BAD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330635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0"/>
            <a:ext cx="6118093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5902" y="1839884"/>
            <a:ext cx="6118095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90134" y="832294"/>
            <a:ext cx="6857999" cy="5192552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F73247-CF96-DD2F-B448-2F8111C244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625484"/>
              </p:ext>
            </p:extLst>
          </p:nvPr>
        </p:nvGraphicFramePr>
        <p:xfrm>
          <a:off x="-3043" y="0"/>
          <a:ext cx="9147043" cy="592754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3909858">
                  <a:extLst>
                    <a:ext uri="{9D8B030D-6E8A-4147-A177-3AD203B41FA5}">
                      <a16:colId xmlns:a16="http://schemas.microsoft.com/office/drawing/2014/main" val="3117709296"/>
                    </a:ext>
                  </a:extLst>
                </a:gridCol>
                <a:gridCol w="5237185">
                  <a:extLst>
                    <a:ext uri="{9D8B030D-6E8A-4147-A177-3AD203B41FA5}">
                      <a16:colId xmlns:a16="http://schemas.microsoft.com/office/drawing/2014/main" val="1865397347"/>
                    </a:ext>
                  </a:extLst>
                </a:gridCol>
              </a:tblGrid>
              <a:tr h="55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bg1"/>
                          </a:solidFill>
                        </a:rPr>
                        <a:t>Use Case Solution Method</a:t>
                      </a: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001795"/>
                  </a:ext>
                </a:extLst>
              </a:tr>
              <a:tr h="87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bg1"/>
                          </a:solidFill>
                        </a:rPr>
                        <a:t>Overview</a:t>
                      </a:r>
                      <a:endParaRPr lang="en-US" sz="2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bg1"/>
                          </a:solidFill>
                        </a:rPr>
                        <a:t>Setting up the architectural Process.</a:t>
                      </a: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71807"/>
                  </a:ext>
                </a:extLst>
              </a:tr>
              <a:tr h="149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bg1"/>
                          </a:solidFill>
                        </a:rPr>
                        <a:t>System Architecture</a:t>
                      </a:r>
                      <a:endParaRPr lang="en-US" sz="2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bg1"/>
                          </a:solidFill>
                        </a:rPr>
                        <a:t>Adapt the Standard Cloud-Native layout to include your LLM, Kafka, ServiceNow, vector store, and OPA/Rego layers.</a:t>
                      </a: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403299"/>
                  </a:ext>
                </a:extLst>
              </a:tr>
              <a:tr h="149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bg1"/>
                          </a:solidFill>
                        </a:rPr>
                        <a:t>Workflow </a:t>
                      </a:r>
                      <a:endParaRPr lang="en-US" sz="2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bg1"/>
                          </a:solidFill>
                        </a:rPr>
                        <a:t>Use the Intelligent Financial System flowchart style to show how data flows from input to decisioning modules and dashboards.</a:t>
                      </a: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21313"/>
                  </a:ext>
                </a:extLst>
              </a:tr>
              <a:tr h="149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bg1"/>
                          </a:solidFill>
                        </a:rPr>
                        <a:t>Detailed Stack </a:t>
                      </a:r>
                      <a:endParaRPr lang="en-US" sz="2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bg1"/>
                          </a:solidFill>
                        </a:rPr>
                        <a:t>Use the Financial System Technology Stack to map services gateway, compliance modules, microservices, and data stores.</a:t>
                      </a:r>
                    </a:p>
                  </a:txBody>
                  <a:tcPr marL="150460" marR="150460" marT="75229" marB="1145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225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81231EC-518A-27AD-A4BC-9C3DFB10E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914369"/>
            <a:ext cx="3073023" cy="939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6D24F0-EF87-E76D-783A-C5620F083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973" y="5976341"/>
            <a:ext cx="3073023" cy="88122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9A2CCE-A5B0-1835-C94B-CB8622E6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500771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B7907-795D-DDCC-3217-ED41587E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8" y="5744171"/>
            <a:ext cx="3027910" cy="1113401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E522880-5C73-25EB-3084-7504B0328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137066"/>
            <a:ext cx="9145160" cy="59742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895704-508E-8FEC-C9E3-5823B386D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E5570A-B4B7-E2E2-3CB9-3F6B9F08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329141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Real-Time Kafka Streams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49A159-A5B4-C382-A2A4-EF01D6099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3874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736AA0A-36F5-8B23-13EC-A7145F6EA9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4814FF-78DB-E7E7-38AB-36933AC75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A5AAD-5EE9-3B8D-6EDB-10528179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Zero Trust Enforcement via Policy-as-Code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0D1393-CFC6-BC5B-637D-CB90EBA43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3166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E45BABA-0EE6-9EC5-FF53-4A4F9AFD01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402632-972B-D063-6D1E-21DDBC48B8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22FFC-5FAB-EF92-67D7-4750A814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Enterprise Outcomes &amp; Metrics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951D68-E7B4-2E01-D6EA-086BA6937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15687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7D875F2-7408-C1F6-6123-4C25953AA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" y="5734460"/>
            <a:ext cx="3027910" cy="1113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EE1B9-2825-59B1-3855-B87817DD3E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322" y="5838058"/>
            <a:ext cx="2831220" cy="1019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C48844-C536-404E-DF73-F504BCBC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Broader Impact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4200F7-7FEE-3084-42DE-33F1BF8290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73168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05D4F50-1F8B-C585-7570-61FEB46853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4" y="5853619"/>
            <a:ext cx="2749904" cy="1011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60E2EB-0C6F-E5EF-D05D-831574401A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65" y="5867130"/>
            <a:ext cx="2759950" cy="99426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81262-AD3B-2183-7F08-52778F81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4E1141-65DC-4F54-8399-7221AE6F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72000" cy="6858000"/>
            <a:chOff x="7467600" y="0"/>
            <a:chExt cx="47244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75B897-7127-4AAC-A078-70739204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CFF188-DB07-46AA-A2B3-71E936EAB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5A9370-15D3-4C30-8BA1-2059A74C9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9C65C-A975-26E8-8183-3D44DB9C4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57" y="5134172"/>
            <a:ext cx="1824257" cy="7011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585275-6913-C7CF-88A9-D9A69E765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925" y="5102051"/>
            <a:ext cx="1946175" cy="7653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44FDBD-3CB4-8446-7401-2C5DDC59F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685" y="661182"/>
            <a:ext cx="4867790" cy="443023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75636C-E0B2-F352-A3E5-0A385420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B4696-A360-F276-AE44-D1914B62A9A9}"/>
              </a:ext>
            </a:extLst>
          </p:cNvPr>
          <p:cNvSpPr txBox="1"/>
          <p:nvPr/>
        </p:nvSpPr>
        <p:spPr>
          <a:xfrm>
            <a:off x="2201882" y="5197134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</p:spTree>
    <p:extLst>
      <p:ext uri="{BB962C8B-B14F-4D97-AF65-F5344CB8AC3E}">
        <p14:creationId xmlns:p14="http://schemas.microsoft.com/office/powerpoint/2010/main" val="3259586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0E82-44B0-7BEE-C2CA-98B80CB08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3CD405-C28A-C11C-79AB-B6F281B64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B54A75-DF80-4063-51EF-2DAA68C0C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C62902-84AF-E8F7-82AA-00BA9A375075}"/>
              </a:ext>
            </a:extLst>
          </p:cNvPr>
          <p:cNvSpPr txBox="1"/>
          <p:nvPr/>
        </p:nvSpPr>
        <p:spPr>
          <a:xfrm>
            <a:off x="2301790" y="5863336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9B1309-43AB-A6CD-B34C-8418B15F6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9" y="449700"/>
            <a:ext cx="4705965" cy="3207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10253E-9DC8-8354-50CE-7571CB5BE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312" y="2853874"/>
            <a:ext cx="4144414" cy="301558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6298E-632F-81CE-A3AF-47A17EBA8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1217973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C4A5-2DEC-B4EC-FFEB-7D28A197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7A9060-3CEB-CFE9-7A64-E52CA62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1B7B20-8293-25A2-C00C-901F32145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5114FEF-8A89-2F3E-6B2C-51FDFE313755}"/>
              </a:ext>
            </a:extLst>
          </p:cNvPr>
          <p:cNvSpPr txBox="1"/>
          <p:nvPr/>
        </p:nvSpPr>
        <p:spPr>
          <a:xfrm>
            <a:off x="2179756" y="6160631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57E79-6C3D-DDDA-A33F-DBF1CCFE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90" y="558555"/>
            <a:ext cx="4324810" cy="47919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3FD250-493B-E6A9-8CD8-A54B49AF3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333349"/>
            <a:ext cx="3946237" cy="20171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82EB6-39A2-9ED2-80F2-BD3964BE6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2397601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EA93-D09F-DAD8-724F-159290BA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4DEC0E-1B93-1B4A-62AD-4C6340CA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D4831C-40A8-2793-410A-25FBEB840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25B9C3-8B30-4E69-81CE-8DECCBE232A2}"/>
              </a:ext>
            </a:extLst>
          </p:cNvPr>
          <p:cNvSpPr txBox="1"/>
          <p:nvPr/>
        </p:nvSpPr>
        <p:spPr>
          <a:xfrm>
            <a:off x="2406380" y="5882917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B56948-08D0-C792-E811-665BC9BA6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024" y="576262"/>
            <a:ext cx="5057775" cy="531791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4ACC8-669A-F3E4-2A19-3977B4D0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2097206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E407-A100-8BD4-B2DC-BAE591A8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B00853-E471-9956-D0CD-D634AC13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3A9FBE-1CE0-71CE-97FD-0292B48DA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D988CFB-9A05-7129-563D-7C85C8F03560}"/>
              </a:ext>
            </a:extLst>
          </p:cNvPr>
          <p:cNvSpPr txBox="1"/>
          <p:nvPr/>
        </p:nvSpPr>
        <p:spPr>
          <a:xfrm>
            <a:off x="2260071" y="5878669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566DB-1F24-DE7B-6E9D-7754376F5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566737"/>
            <a:ext cx="4957183" cy="515444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F1B4B-A070-6027-80F9-975E5480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3257831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3A751-F27D-F426-F9D2-852ED81F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3E7C2-1526-E721-E553-C54F6C9D4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24ED0-569F-C459-7B72-2C948208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FDE1999-59FF-BBC3-B37B-403B0615EE5B}"/>
              </a:ext>
            </a:extLst>
          </p:cNvPr>
          <p:cNvSpPr txBox="1"/>
          <p:nvPr/>
        </p:nvSpPr>
        <p:spPr>
          <a:xfrm>
            <a:off x="2406380" y="5842031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F19B87-AADC-388C-5ECA-5749B4F00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62433" cy="35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1EDAE4-3F41-F22A-1CA1-48DEED37A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81" y="598788"/>
            <a:ext cx="5124450" cy="23241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9E6B6-3990-CAC5-45B1-093B2035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959630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C871-9AB9-2707-4C0F-C0B72451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97749A-BBE8-F4EC-55AA-B3AF2CA1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9CB8AF-599B-4FB8-449D-EEF637C56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52D8057-4052-E0E7-A160-0D7F6CC5168B}"/>
              </a:ext>
            </a:extLst>
          </p:cNvPr>
          <p:cNvSpPr txBox="1"/>
          <p:nvPr/>
        </p:nvSpPr>
        <p:spPr>
          <a:xfrm>
            <a:off x="2260071" y="5745835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ECE086-5EAF-0545-F09D-9A8682A88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742" y="457457"/>
            <a:ext cx="4206446" cy="4837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A790EF-F6D7-9CFC-A018-98772772C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277" y="1792604"/>
            <a:ext cx="3980420" cy="216711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D74C7-7974-C749-4E75-17CFEFFC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2757958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FAA4-B0CE-BCF5-9F7A-9A44113E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F76B47-DCD0-3C42-AB83-543CA2713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4D3654-59D0-922F-BFAE-8153D876E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864E326-CFB6-C5A6-3129-1391BF7EAEC0}"/>
              </a:ext>
            </a:extLst>
          </p:cNvPr>
          <p:cNvSpPr txBox="1"/>
          <p:nvPr/>
        </p:nvSpPr>
        <p:spPr>
          <a:xfrm>
            <a:off x="2113762" y="5904744"/>
            <a:ext cx="4653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CB8F86-A579-8341-7ABE-BBDD6010D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62433" cy="35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E166E-C2D9-F383-F0FB-29693EE33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561" y="350844"/>
            <a:ext cx="4905375" cy="5562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C5DB0-BBDF-D354-C6EB-359305127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8792" y="6472587"/>
            <a:ext cx="2895600" cy="365125"/>
          </a:xfrm>
        </p:spPr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4153783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1572-A9B4-01D0-B50F-6B27FB3B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8001F-DBBF-3304-2974-FD890C056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A911D7-03B9-9CE9-BDD8-344B97CDE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EA7848-E8EC-F902-87ED-6964FFE8D41D}"/>
              </a:ext>
            </a:extLst>
          </p:cNvPr>
          <p:cNvSpPr txBox="1"/>
          <p:nvPr/>
        </p:nvSpPr>
        <p:spPr>
          <a:xfrm>
            <a:off x="2039334" y="5810077"/>
            <a:ext cx="47190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g_d0_f2"/>
              </a:rPr>
              <a:t>Use Case Reference: </a:t>
            </a:r>
            <a:r>
              <a:rPr lang="en-US" sz="800" b="1" dirty="0"/>
              <a:t>“</a:t>
            </a:r>
            <a:r>
              <a:rPr lang="en-US" sz="8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800" b="1" dirty="0"/>
              <a:t>International ISBN:</a:t>
            </a:r>
            <a:r>
              <a:rPr lang="en-US" sz="800" dirty="0"/>
              <a:t> 979-8-89704-145-9</a:t>
            </a:r>
            <a:br>
              <a:rPr lang="en-US" sz="800" dirty="0"/>
            </a:br>
            <a:r>
              <a:rPr lang="en-US" sz="800" b="1" dirty="0"/>
              <a:t>Amazon ISBN:</a:t>
            </a:r>
            <a:r>
              <a:rPr lang="en-US" sz="800" dirty="0"/>
              <a:t> 979-8309500550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1E0A71-1E5B-57ED-F7F4-2F1800BD0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62433" cy="35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2E43F-ECE4-3C88-C266-2C8BFE790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849" y="350844"/>
            <a:ext cx="5314950" cy="51911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B5B33-9646-44F5-8ACC-7331DCA7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119168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6E881-F5C6-0AFC-0970-F2A54D387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57B467-75F3-54BD-0063-78D016A9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2" y="6102465"/>
            <a:ext cx="2124504" cy="765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F249C6-7D6D-7E4E-4B87-8FB0770B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23" y="6038223"/>
            <a:ext cx="2084578" cy="819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E9DC5E-D863-1A2C-70F2-39735CF7CC96}"/>
              </a:ext>
            </a:extLst>
          </p:cNvPr>
          <p:cNvSpPr txBox="1"/>
          <p:nvPr/>
        </p:nvSpPr>
        <p:spPr>
          <a:xfrm>
            <a:off x="2113762" y="5468836"/>
            <a:ext cx="465304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effectLst/>
                <a:latin typeface="g_d0_f2"/>
              </a:rPr>
              <a:t>Use Case Reference: </a:t>
            </a:r>
            <a:r>
              <a:rPr lang="en-US" sz="1200" b="1" dirty="0"/>
              <a:t>“</a:t>
            </a:r>
            <a:r>
              <a:rPr lang="en-US" sz="1200" dirty="0"/>
              <a:t>Mastering AI &amp; Machine Learning in ServiceNow: Intelligent Automation &amp; Data-Driven Solutions: AI &amp; Machine Learning in ServiceNow”</a:t>
            </a:r>
          </a:p>
          <a:p>
            <a:r>
              <a:rPr lang="en-US" sz="1200" b="1" dirty="0"/>
              <a:t>International ISBN:</a:t>
            </a:r>
            <a:r>
              <a:rPr lang="en-US" sz="1200" dirty="0"/>
              <a:t> 979-8-89704-145-9</a:t>
            </a:r>
            <a:br>
              <a:rPr lang="en-US" sz="1200" dirty="0"/>
            </a:br>
            <a:r>
              <a:rPr lang="en-US" sz="1200" b="1" dirty="0"/>
              <a:t>Amazon ISBN:</a:t>
            </a:r>
            <a:r>
              <a:rPr lang="en-US" sz="1200" dirty="0"/>
              <a:t> 979-8309500550</a:t>
            </a:r>
          </a:p>
          <a:p>
            <a:endParaRPr lang="en-US" sz="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10EC5-3A14-BF4F-C37D-464A4C811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48" y="305233"/>
            <a:ext cx="3716428" cy="1786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3D450A-B337-4FE6-5355-5905699CC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499" y="305233"/>
            <a:ext cx="3845962" cy="2005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038DD7-02D1-AB19-96BA-3798F6E6B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8907" y="2589025"/>
            <a:ext cx="5286375" cy="273367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F1FD0-22CB-4489-833B-B70E5BB0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8792" y="6418598"/>
            <a:ext cx="2895600" cy="365125"/>
          </a:xfrm>
        </p:spPr>
        <p:txBody>
          <a:bodyPr/>
          <a:lstStyle/>
          <a:p>
            <a:r>
              <a:rPr lang="en-US" dirty="0"/>
              <a:t>COPY @ SASIBHUSHAN RAO CAHNATHATI</a:t>
            </a:r>
          </a:p>
        </p:txBody>
      </p:sp>
    </p:spTree>
    <p:extLst>
      <p:ext uri="{BB962C8B-B14F-4D97-AF65-F5344CB8AC3E}">
        <p14:creationId xmlns:p14="http://schemas.microsoft.com/office/powerpoint/2010/main" val="702039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4DE5E8-C080-45A4-B2F4-8FE7D8F8E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32" name="Color Cover">
              <a:extLst>
                <a:ext uri="{FF2B5EF4-FFF2-40B4-BE49-F238E27FC236}">
                  <a16:creationId xmlns:a16="http://schemas.microsoft.com/office/drawing/2014/main" id="{1FAC8321-8295-4F58-80B8-C1A774606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Color Cover">
              <a:extLst>
                <a:ext uri="{FF2B5EF4-FFF2-40B4-BE49-F238E27FC236}">
                  <a16:creationId xmlns:a16="http://schemas.microsoft.com/office/drawing/2014/main" id="{2BE89D78-556E-4C9E-A234-78B085023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A28EBCD-582B-4E3B-AB95-15EA16034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49E29E18-2832-4FBD-901C-97986DBD0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7327E470-287A-4E1E-8A04-A3596DBD9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6FA3ADC-DC53-43CA-2724-5EEB7AF72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568" y="2954211"/>
            <a:ext cx="3269098" cy="128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733100-41B0-3FC6-C6C8-55CC36354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568" y="4238559"/>
            <a:ext cx="3269098" cy="1177687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7" cy="6858000"/>
            <a:chOff x="0" y="0"/>
            <a:chExt cx="12188952" cy="6858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819015"/>
            <a:ext cx="4044341" cy="2754480"/>
          </a:xfrm>
        </p:spPr>
        <p:txBody>
          <a:bodyPr anchor="b">
            <a:normAutofit/>
          </a:bodyPr>
          <a:lstStyle/>
          <a:p>
            <a:r>
              <a:rPr lang="en-US" sz="1800" b="1" dirty="0">
                <a:latin typeface="g_d0_f2"/>
              </a:rPr>
              <a:t>Use Case Reference: </a:t>
            </a:r>
            <a:r>
              <a:rPr lang="en-US" sz="1800" b="1" dirty="0"/>
              <a:t>“</a:t>
            </a:r>
            <a:r>
              <a:rPr lang="en-US" sz="1800" dirty="0"/>
              <a:t>Mastering AI &amp; Machine Learning in ServiceNow: Intelligent Automation &amp; Data-Driven Solutions: AI &amp; Machine Learning in ServiceNow”</a:t>
            </a:r>
            <a:br>
              <a:rPr lang="en-US" sz="1800" dirty="0"/>
            </a:br>
            <a:r>
              <a:rPr lang="en-US" sz="1800" b="1" dirty="0"/>
              <a:t>Author/Owner: </a:t>
            </a:r>
            <a:r>
              <a:rPr lang="en-US" sz="1800" dirty="0"/>
              <a:t>Sasibhushan Rao Chanthati</a:t>
            </a:r>
            <a:br>
              <a:rPr lang="en-US" sz="1800" dirty="0"/>
            </a:br>
            <a:r>
              <a:rPr lang="en-US" sz="1800" b="1" dirty="0"/>
              <a:t>International ISBN:</a:t>
            </a:r>
            <a:r>
              <a:rPr lang="en-US" sz="1800" dirty="0"/>
              <a:t> 979-8-89704-145-9</a:t>
            </a:r>
            <a:br>
              <a:rPr lang="en-US" sz="1800" dirty="0"/>
            </a:br>
            <a:r>
              <a:rPr lang="en-US" sz="1800" b="1" dirty="0"/>
              <a:t>Amazon ISBN:</a:t>
            </a:r>
            <a:r>
              <a:rPr lang="en-US" sz="1800" dirty="0"/>
              <a:t> 979-8309500550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F7706C-292B-B0A3-CF3D-6CF0EAB18C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536962"/>
              </p:ext>
            </p:extLst>
          </p:nvPr>
        </p:nvGraphicFramePr>
        <p:xfrm>
          <a:off x="761238" y="3627219"/>
          <a:ext cx="4044341" cy="2411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63B61-F529-8354-811E-ADA7DF34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 @ SASIBHUSHAN RAO CAHNATHATI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949</Words>
  <Application>Microsoft Office PowerPoint</Application>
  <PresentationFormat>On-screen Show (4:3)</PresentationFormat>
  <Paragraphs>103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g_d0_f2</vt:lpstr>
      <vt:lpstr>Office Theme</vt:lpstr>
      <vt:lpstr>Architecting Next-Gen Financial Systems with AI and Cloud-Native Microservices</vt:lpstr>
      <vt:lpstr>Problem Statement</vt:lpstr>
      <vt:lpstr>PowerPoint Presentation</vt:lpstr>
      <vt:lpstr>Innovation Overview</vt:lpstr>
      <vt:lpstr>ServiceNow-Enabled AI Decision Workflows</vt:lpstr>
      <vt:lpstr>LLM-Orchestrated Microservices</vt:lpstr>
      <vt:lpstr>PowerPoint Presentation</vt:lpstr>
      <vt:lpstr>PowerPoint Presentation</vt:lpstr>
      <vt:lpstr>Vector Database Fusion</vt:lpstr>
      <vt:lpstr>PowerPoint Presentation</vt:lpstr>
      <vt:lpstr>PowerPoint Presentation</vt:lpstr>
      <vt:lpstr>PowerPoint Presentation</vt:lpstr>
      <vt:lpstr>PowerPoint Presentation</vt:lpstr>
      <vt:lpstr>Real-Time Kafka Streams</vt:lpstr>
      <vt:lpstr>Zero Trust Enforcement via Policy-as-Code</vt:lpstr>
      <vt:lpstr>Enterprise Outcomes &amp; Metrics</vt:lpstr>
      <vt:lpstr>Broader Impact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Reference: “Mastering AI &amp; Machine Learning in ServiceNow: Intelligent Automation &amp; Data-Driven Solutions: AI &amp; Machine Learning in ServiceNow” Author/Owner: Sasibhushan Rao Chanthati International ISBN: 979-8-89704-145-9 Amazon ISBN: 979-8309500550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sasibh</dc:creator>
  <cp:keywords/>
  <dc:description>generated using python-pptx</dc:description>
  <cp:lastModifiedBy>Sasibhushan Chanthati</cp:lastModifiedBy>
  <cp:revision>5</cp:revision>
  <cp:lastPrinted>2025-09-02T15:43:09Z</cp:lastPrinted>
  <dcterms:created xsi:type="dcterms:W3CDTF">2013-01-27T09:14:16Z</dcterms:created>
  <dcterms:modified xsi:type="dcterms:W3CDTF">2026-06-05T20:04:03Z</dcterms:modified>
  <cp:category/>
</cp:coreProperties>
</file>